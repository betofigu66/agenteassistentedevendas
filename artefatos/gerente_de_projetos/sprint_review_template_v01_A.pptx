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C537617-2EBF-44AA-9A1B-80E4C88213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6EBB2F-B348-4105-B008-ECE8B8BF9E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123C546-BE93-4A46-8FEA-4B6AB93D9B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74BDBD0-B640-4ECD-8854-F53B988B1D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A2FA417-E575-4CE2-ACDC-3A82DFF215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2D3E05C-4D8A-4F4D-80DC-A4C5B7B04C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0E19DA1-D568-411C-B0DC-B6F193D182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9789B67-AA61-4099-9156-21A387A05A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8419B74-3FAC-4878-8F77-6EC8EB44B9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90EA87B-D135-4973-8D34-EB0412B265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F72B181-E484-4674-AA90-CFDAB6320F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27C304-2350-4CE6-8545-523FA32A76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400080" cy="277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Agente de vendas Inforrel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{{sprint_numero}}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{{data_inicio}} - {{data_fim}}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{{duracao_dias}}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{{objetivos}}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itle 2"/>
          <p:cNvSpPr/>
          <p:nvPr/>
        </p:nvSpPr>
        <p:spPr>
          <a:xfrm>
            <a:off x="91512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Próximo Sprint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400080" cy="277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</a:t>
            </a: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{{proximo_sprint_numero}}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{{proximo_data_inicio}} - {{proximo_data_fim}}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{{proximo_duracao_dias}}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{{proximo_objetivos}}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itle 10"/>
          <p:cNvSpPr/>
          <p:nvPr/>
        </p:nvSpPr>
        <p:spPr>
          <a:xfrm>
            <a:off x="91512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34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{{SLIDE:feito.titulo}}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{{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SLIDE:feito.agente}}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SLIDE:feito.descricao}}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itle 3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Resumo Geral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34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de histórias planejadas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concluídas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Velocidade da equipe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Principais entregas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itle 11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Resumo Geral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271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Funcionalidade 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Funcionalidade B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Melhoria C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itle 4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Entregas Realizadas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25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Links ou prints do sistema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Fluxo principal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Pontos de destaque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itle 5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Demonstração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289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Lead time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Cycle time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Bugs encontrados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Cobertura de testes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itle 6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Métricas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271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Bloqueio 1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Bloqueio 2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Impactos no prazo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itle 7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Problemas / Impedimentos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289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que funcionou bem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que pode melhorar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Ações para próxima sprint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itle 8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Lições Aprendidas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002440" cy="325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Itens prioritários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Planejamento inicial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Riscos previstos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itle 9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Próximos Passos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2026-05-12T14:43:54Z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