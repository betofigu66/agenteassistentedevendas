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Sprint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Projeto X • Sprint N •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 da Sprint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Resumo do objetivo principal</a:t>
            </a:r>
          </a:p>
          <a:p>
            <a:pPr/>
            <a:r>
              <a:t>Hipóteses testadas</a:t>
            </a:r>
          </a:p>
          <a:p>
            <a:pPr/>
            <a:r>
              <a:t>Resultados esperados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Resumo Geral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Total de histórias planejadas</a:t>
            </a:r>
          </a:p>
          <a:p>
            <a:pPr/>
            <a:r>
              <a:t>Total concluídas</a:t>
            </a:r>
          </a:p>
          <a:p>
            <a:pPr/>
            <a:r>
              <a:t>Velocidade da equipe</a:t>
            </a:r>
          </a:p>
          <a:p>
            <a:pPr/>
            <a:r>
              <a:t>Principais entregas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Entregas Realizadas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Funcionalidade A</a:t>
            </a:r>
          </a:p>
          <a:p>
            <a:pPr/>
            <a:r>
              <a:t>Funcionalidade B</a:t>
            </a:r>
          </a:p>
          <a:p>
            <a:pPr/>
            <a:r>
              <a:t>Melhoria 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Links ou prints do sistema</a:t>
            </a:r>
          </a:p>
          <a:p>
            <a:pPr/>
            <a:r>
              <a:t>Fluxo principal</a:t>
            </a:r>
          </a:p>
          <a:p>
            <a:pPr/>
            <a:r>
              <a:t>Pontos de destaque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Métricas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Lead time</a:t>
            </a:r>
          </a:p>
          <a:p>
            <a:pPr/>
            <a:r>
              <a:t>Cycle time</a:t>
            </a:r>
          </a:p>
          <a:p>
            <a:pPr/>
            <a:r>
              <a:t>Bugs encontrados</a:t>
            </a:r>
          </a:p>
          <a:p>
            <a:pPr/>
            <a:r>
              <a:t>Cobertura de testes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Problemas / Impedimentos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Bloqueio 1</a:t>
            </a:r>
          </a:p>
          <a:p>
            <a:pPr/>
            <a:r>
              <a:t>Bloqueio 2</a:t>
            </a:r>
          </a:p>
          <a:p>
            <a:pPr/>
            <a:r>
              <a:t>Impactos no prazo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Lições Aprendidas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O que funcionou bem</a:t>
            </a:r>
          </a:p>
          <a:p>
            <a:pPr/>
            <a:r>
              <a:t>O que pode melhorar</a:t>
            </a:r>
          </a:p>
          <a:p>
            <a:pPr/>
            <a:r>
              <a:t>Ações para próxima sprint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Próximos Passos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Itens prioritários</a:t>
            </a:r>
          </a:p>
          <a:p>
            <a:pPr/>
            <a:r>
              <a:t>Planejamento inicial</a:t>
            </a:r>
          </a:p>
          <a:p>
            <a:pPr/>
            <a:r>
              <a:t>Riscos previstos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