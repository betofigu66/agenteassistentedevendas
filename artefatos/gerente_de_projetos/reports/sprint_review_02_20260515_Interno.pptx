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88C55B2-C4F3-4B54-A484-276DB11FC8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DF337C2-D3BF-4AC2-AE03-DE87E1BEE5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22D18D7-CAE8-4A18-9E1D-EC7FDB7C60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2E3F1FA-166B-4B0E-A4DB-36F36909B1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610AC54-54D6-411D-81CA-7E542D0F20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056BC77-8669-4807-991A-B2B2B59F46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C01A1E9-B9D1-48C5-8AF3-AB5E91BB1C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3F4D5B-6D24-42A3-AD4B-011C252A75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DE74B2-BF01-41F1-B160-0460E7A777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DF77D1C-25A4-4209-8BB4-79330287B5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15256EA-2870-431B-A96F-BADE889D8F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B5FEF19-C25C-4E5D-BDE3-E676D73AB1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400080" cy="277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Agente de vendas Inforrel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 02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27/04/2026 - 15/05/2026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19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Continuar o desenvolvimento do sistema de RAG e Q&amp;A Pairs.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Implementando a busca por chunks de produto e a camada curada sobre o RAG.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itle 2"/>
          <p:cNvSpPr/>
          <p:nvPr/>
        </p:nvSpPr>
        <p:spPr>
          <a:xfrm>
            <a:off x="91512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Integração com WhatsApp Business.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Cadastro de tipos de produtos.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10"/>
          <p:cNvSpPr/>
          <p:nvPr/>
        </p:nvSpPr>
        <p:spPr>
          <a:xfrm>
            <a:off x="91512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34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{{SLIDE:feito.titulo}}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Responsável: {{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SLIDE:feito.agente}}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{{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SLIDE:feito.descricao}}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itle 3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271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🔴 Provedor LLM para produção: Groq (atual) tem rate limits; OpenAI custo elevado. Decisão pendente antes de deploy.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🟡 Webhook WhatsApp/Twilio: requer URL pública (ngrok para dev); validação de sandbox antes de REQ-008.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🟡 Seed Q&amp;A: pares criados com aprovado=false; precisam de revisão humana antes de ativar para o agente.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itle 4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Bloqueios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457200" y="1080000"/>
            <a:ext cx="8542800" cy="52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Artefatos criados: {{metricas.artefatos_criados}}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Pendências resolvidas: {{metricas.pendencias_resolvidas}}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Novas pendências: {{metricas.pendencias_novas}}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Bugs corrigidos: {{metricas.bugs_corrigidos}}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de Reports: {{metricas.reports_total}}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Reports resolvidos: {{metricas.reports_resolvidos}}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Novas diretrizes criadas: {{metricas.diretrizes_novas}}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Pares de Q&amp;A criados: {{metricas.passos_qa_pairs_concluidos}}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{{metricas.cobertura_req_atendidos}}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itle 5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Métricas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289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Velocidade: Sprint com alta entrega técnica (sistema Q&amp;A Pairs completo em 1 sprint). O plano de 9 passos foi executado integralmente, porém com extensão de tempo (1 semana).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Dívida de planejamento: três itens prioritários do Sprint 1 (REQ-002, REQ-004, REQ-007) migraram para o Sprint 2 e novamente para o Sprint 3. Risco de acumulação. Recomendado comprometer no mínimo REQ-002 e REQ-004 no Sprint 3 antes de iniciar novas features.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Qualidade: bug de reprovação revelou fragilidade no estado derivado (propriedade calculada pendente_aprovacao). Considerar adicionar check de QA para estados calculados críticos.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Governança de IA: análise Agentes vs Skills vs Harness gerou insumo para simplificação do diretório agentes/. Recomendado executar a simplificação no Sprint 3 (baixa prioridade, mas reduz dívida de manutenção).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Embedding lazy (gerado na aprovação, não no cadastro): decisão correta — elimina custo de API para rascunhos que nunca serão aprovados e reduz latência do POST /api/pares-qa.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itle 6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Insights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Próximo Sprint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400080" cy="277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</a:t>
            </a: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{{proximo_sprint_numero}}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{{proximo_data_inicio}} - {{proximo_data_fim}}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{{proximo_duracao_dias}}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itle 1"/>
          <p:cNvSpPr/>
          <p:nvPr/>
        </p:nvSpPr>
        <p:spPr>
          <a:xfrm>
            <a:off x="915120" y="18036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Planejamento da </a:t>
            </a:r>
            <a:br>
              <a:rPr sz="4400"/>
            </a:b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799920" y="1980000"/>
            <a:ext cx="6400080" cy="277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 defTabSz="4572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Descrição: Sprint</a:t>
            </a: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Microsoft YaHei"/>
              </a:rPr>
              <a:t> {{proximo_sprint.titulo}} (</a:t>
            </a: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proximo_sprint.prioridade)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itle 12"/>
          <p:cNvSpPr/>
          <p:nvPr/>
        </p:nvSpPr>
        <p:spPr>
          <a:xfrm>
            <a:off x="915120" y="18036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Planejamento da </a:t>
            </a:r>
            <a:br>
              <a:rPr sz="4400"/>
            </a:b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8880" cy="343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{{backlog_pendente.titulo}}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3280" cy="164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itle 11"/>
          <p:cNvSpPr/>
          <p:nvPr/>
        </p:nvSpPr>
        <p:spPr>
          <a:xfrm>
            <a:off x="915480" y="1800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Backlog pendente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1132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2026-05-13T07:37:32Z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