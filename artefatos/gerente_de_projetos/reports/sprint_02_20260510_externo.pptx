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4"/>
    <p:sldId id="267" r:id="rId15"/>
    <p:sldId id="268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293F19-0B91-4733-8656-6674CB635B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360" cy="116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9840" cy="585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360" cy="468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9054ED-8B63-420C-865C-F3CB183073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60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600" cy="411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60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B02075-AC11-4035-AC4F-33532811C0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C0D619A-80C4-4AC3-93B7-BB4217EE40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4A68E5-66DF-4BA9-B880-5849D8C341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14863D-4BF4-4035-BA14-97E15BE951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60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120" cy="584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102349-357A-4BD5-A52E-91E9349D2A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42F84B-8DDF-4F62-8F73-BD5F84605C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600" cy="136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6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CDE602B-C6DE-4276-9F78-6E99C7E00F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668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A26286-F4F9-4D16-84E6-133C8660F6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636DC1-DC76-4AC7-B59F-A1EEF69DD2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09E4C9-8787-4611-A1C1-CF68C1099F8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Review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000" cy="27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Agente de vendas Inforrel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2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27/04/2026 - 15/05/2026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19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Continuar o desenvolvimento do sistema RAG e Q&amp;A Pairs.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Implementar busca por chunks de produto e camada curada de QA.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itle 2"/>
          <p:cNvSpPr/>
          <p:nvPr/>
        </p:nvSpPr>
        <p:spPr>
          <a:xfrm>
            <a:off x="91512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411120" y="900000"/>
            <a:ext cx="8227800" cy="505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Cockpit de Acompanhamento de Conversas: interface e fluxo de aprovação de mensagens.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itle 3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Realizações da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7800" cy="271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Decisão de provedor LLM para produção: custo vs estabilidade.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Webhook WhatsApp/Twilio requer URL pública e validação de sandbox.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Seed de pares Q&amp;A precisa revisão humana antes de ativação.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itle 4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Bloqueios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541720" cy="525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Artefatos criados: 18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Pendências resolvidas: 3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pendências: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Bugs corrigidos: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Total de Reports: 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Reports resolvidos: 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Novas diretrizes criadas: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Pares de Q&amp;A criados: 9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Requisitos atendidos: 2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itle 5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Métricas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415080" y="1080000"/>
            <a:ext cx="8227800" cy="289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Sprint com alta entrega técnica e foco em bases de RAG/Q&amp;A.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Recomenda-se priorizar REQ-002 e REQ-004 na próxima etapa.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Foi levantada a necessidade de checks de QA para estados críticos.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simplificação da governança de IA deve reduzir dívida de manutenção.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itle 6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Insights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Próximo Sprint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371600" y="3420000"/>
            <a:ext cx="6399000" cy="277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Sprint 3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18/05/2026 - 29/05/2026 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12 dias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itle 1"/>
          <p:cNvSpPr/>
          <p:nvPr/>
        </p:nvSpPr>
        <p:spPr>
          <a:xfrm>
            <a:off x="915120" y="18036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360000" y="1727280"/>
            <a:ext cx="8460000" cy="4932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Cadastro de Tipos de Produto e Produtos (REQ-002) - alta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Escalonamento para Humano completo (REQ-004) - alta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Workflow de aprovação de pares Q&amp;A (notificação + histórico) - média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Webhook Twilio para recebimento de mensagens reais (REQ-008) - alta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Análise de sentimento e detecção de mal humor (REQ-007) - média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Rastreamento de orçamentos (REQ-006) - média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Simplificação dos agentes Python (condensar prompts no AGENTS.md) - baixa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2"/>
          <p:cNvSpPr/>
          <p:nvPr/>
        </p:nvSpPr>
        <p:spPr>
          <a:xfrm>
            <a:off x="915120" y="18036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Planejamento da </a:t>
            </a:r>
            <a:br>
              <a:rPr sz="4400"/>
            </a:b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457200" y="1558440"/>
            <a:ext cx="8227800" cy="452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Integração com WhatsApp Business.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icrosoft YaHei"/>
              </a:rPr>
              <a:t>Cadastro de tipos de produtos.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36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itle 10"/>
          <p:cNvSpPr/>
          <p:nvPr/>
        </p:nvSpPr>
        <p:spPr>
          <a:xfrm>
            <a:off x="91512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Objetivo da Próxima Sprint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227800" cy="34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REQ-002: Fluxo adaptativo com lógica de próxima pergunta dinâmica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REQ-002: Validação de respostas e esclarecimento pontual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Estado em atendimento humano persistente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Notificação ao atendente via WhatsApp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Geração de resumo da conversa para humano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REQ-004: Gatilhos automáticos de escalonamento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REQ-005: Consulta/filtro de histórico por cliente/período/status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1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227800" cy="34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REQ-005: Auditoria completa de IA/RAG (prompt, contexto, resposta)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REQ-006: Modelo de orçamentos com status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REQ-006: Associação conversa-orçamento-cliente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REQ-007: Classificação formal positivo/neutro/negativo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REQ-007: Flag de conversa crítica e integração com escalonamento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REQ-008: Webhook Twilio para recebimento (idempotência, assinatura)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REQ-008: Envio de mensagens via Twilio API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227800" cy="34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REQ-009: Detecção de reclamação pós-venda e escalonamento com contexto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Extração automática de pares de conversas reais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Feedback loop — avaliação de respostas pelo operador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v2: Importação em lote via CSV pelo frontend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Autenticação e autorização (JWT, roles admin/operador)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Deploy em produção com domínio Inforrel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Sistema de notificações em tempo real (WebSocket/SSE)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3" name="PlaceHolder 1"/>
          <p:cNvSpPr>
            <a:spLocks noGrp="1"/>
          </p:cNvSpPr>
          <p:nvPr>
            <p:ph/>
          </p:nvPr>
        </p:nvSpPr>
        <p:spPr>
          <a:xfrm>
            <a:off x="457200" y="1080000"/>
            <a:ext cx="8227800" cy="343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Multi-tenancy da aplicação (arquitetura SaaS)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Integração com ERPs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4" name=""/>
          <p:cNvPicPr/>
          <p:nvPr/>
        </p:nvPicPr>
        <p:blipFill>
          <a:blip r:embed="rId2"/>
          <a:stretch/>
        </p:blipFill>
        <p:spPr>
          <a:xfrm>
            <a:off x="720" y="-28800"/>
            <a:ext cx="914220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1"/>
          <p:cNvSpPr/>
          <p:nvPr/>
        </p:nvSpPr>
        <p:spPr>
          <a:xfrm>
            <a:off x="915480" y="180000"/>
            <a:ext cx="82278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400" b="0" u="none" strike="noStrike">
                <a:solidFill>
                  <a:srgbClr val="EA7500"/>
                </a:solidFill>
                <a:effectLst/>
                <a:uFillTx/>
                <a:latin typeface="Calibri"/>
              </a:rPr>
              <a:t>Backlog pendente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</TotalTime>
  <Application>LibreOffice/26.2.3.2$Windows_X86_64 LibreOffice_project/70e089b17412e4cb7773e41413306b17a2328c34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2026-05-15T16:13:03Z</dcterms:modified>
  <cp:revision>50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