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7" r:id="rId3"/>
    <p:sldId id="283" r:id="rId32"/>
    <p:sldId id="284" r:id="rId33"/>
    <p:sldId id="285" r:id="rId34"/>
    <p:sldId id="286" r:id="rId35"/>
    <p:sldId id="287" r:id="rId36"/>
    <p:sldId id="288" r:id="rId37"/>
    <p:sldId id="289" r:id="rId38"/>
    <p:sldId id="266" r:id="rId5"/>
    <p:sldId id="267" r:id="rId6"/>
    <p:sldId id="280" r:id="rId29"/>
    <p:sldId id="281" r:id="rId30"/>
    <p:sldId id="282" r:id="rId31"/>
    <p:sldId id="260" r:id="rId8"/>
    <p:sldId id="262" r:id="rId9"/>
    <p:sldId id="263" r:id="rId10"/>
    <p:sldId id="279" r:id="rId28"/>
    <p:sldId id="264" r:id="rId11"/>
    <p:sldId id="265" r:id="rId12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</p:sldIdLst>
  <p:sldSz cx="9144000" cy="6858000" type="screen4x3"/>
  <p:notesSz cx="7559675" cy="10691813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64" d="100"/>
          <a:sy n="64" d="100"/>
        </p:scale>
        <p:origin x="1566" y="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slide" Target="slides/slide12.xml"/><Relationship Id="rId18" Type="http://schemas.openxmlformats.org/officeDocument/2006/relationships/slide" Target="slides/slide13.xml"/><Relationship Id="rId19" Type="http://schemas.openxmlformats.org/officeDocument/2006/relationships/slide" Target="slides/slide14.xml"/><Relationship Id="rId20" Type="http://schemas.openxmlformats.org/officeDocument/2006/relationships/slide" Target="slides/slide15.xml"/><Relationship Id="rId21" Type="http://schemas.openxmlformats.org/officeDocument/2006/relationships/slide" Target="slides/slide16.xml"/><Relationship Id="rId22" Type="http://schemas.openxmlformats.org/officeDocument/2006/relationships/slide" Target="slides/slide17.xml"/><Relationship Id="rId23" Type="http://schemas.openxmlformats.org/officeDocument/2006/relationships/slide" Target="slides/slide18.xml"/><Relationship Id="rId24" Type="http://schemas.openxmlformats.org/officeDocument/2006/relationships/slide" Target="slides/slide19.xml"/><Relationship Id="rId25" Type="http://schemas.openxmlformats.org/officeDocument/2006/relationships/slide" Target="slides/slide20.xml"/><Relationship Id="rId26" Type="http://schemas.openxmlformats.org/officeDocument/2006/relationships/slide" Target="slides/slide21.xml"/><Relationship Id="rId27" Type="http://schemas.openxmlformats.org/officeDocument/2006/relationships/slide" Target="slides/slide22.xml"/><Relationship Id="rId28" Type="http://schemas.openxmlformats.org/officeDocument/2006/relationships/slide" Target="slides/slide23.xml"/><Relationship Id="rId29" Type="http://schemas.openxmlformats.org/officeDocument/2006/relationships/slide" Target="slides/slide24.xml"/><Relationship Id="rId30" Type="http://schemas.openxmlformats.org/officeDocument/2006/relationships/slide" Target="slides/slide25.xml"/><Relationship Id="rId31" Type="http://schemas.openxmlformats.org/officeDocument/2006/relationships/slide" Target="slides/slide26.xml"/><Relationship Id="rId32" Type="http://schemas.openxmlformats.org/officeDocument/2006/relationships/slide" Target="slides/slide27.xml"/><Relationship Id="rId33" Type="http://schemas.openxmlformats.org/officeDocument/2006/relationships/slide" Target="slides/slide28.xml"/><Relationship Id="rId34" Type="http://schemas.openxmlformats.org/officeDocument/2006/relationships/slide" Target="slides/slide29.xml"/><Relationship Id="rId35" Type="http://schemas.openxmlformats.org/officeDocument/2006/relationships/slide" Target="slides/slide30.xml"/><Relationship Id="rId36" Type="http://schemas.openxmlformats.org/officeDocument/2006/relationships/slide" Target="slides/slide31.xml"/><Relationship Id="rId37" Type="http://schemas.openxmlformats.org/officeDocument/2006/relationships/slide" Target="slides/slide32.xml"/><Relationship Id="rId38" Type="http://schemas.openxmlformats.org/officeDocument/2006/relationships/slide" Target="slides/slide3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Padrão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85800" y="2130480"/>
            <a:ext cx="7770960" cy="1468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tabLst>
                <a:tab pos="0" algn="l"/>
              </a:tabLst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dt" idx="1"/>
          </p:nvPr>
        </p:nvSpPr>
        <p:spPr>
          <a:xfrm>
            <a:off x="457200" y="6356520"/>
            <a:ext cx="2132280" cy="363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&lt;data/hora&gt;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>
          <a:xfrm>
            <a:off x="3124080" y="6356520"/>
            <a:ext cx="2894040" cy="363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&lt;rodapé&gt;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>
          <a:xfrm>
            <a:off x="6553080" y="6356520"/>
            <a:ext cx="2132280" cy="363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fld id="{3B7A5142-31BB-49EC-AAA7-3346BFC3A7AA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‹nº›</a:t>
            </a:fld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8160" cy="3976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  <a:lvl6pPr lvl="5" algn="l" defTabSz="4572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6pPr>
            <a:lvl7pPr lvl="6" algn="l" defTabSz="4572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7pPr>
          </a:lstStyle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Clique para editar o formato de texto dos tópicos</a:t>
            </a:r>
          </a:p>
          <a:p>
            <a:pPr marL="864000" lvl="1" indent="-32400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2.º nível de tópicos</a:t>
            </a:r>
          </a:p>
          <a:p>
            <a:pPr marL="1296000" lvl="2" indent="-28800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3.º nível de tópicos</a:t>
            </a:r>
          </a:p>
          <a:p>
            <a:pPr marL="1728000" lvl="3" indent="-2160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4.º nível de tópicos</a:t>
            </a:r>
          </a:p>
          <a:p>
            <a:pPr marL="2160000" lvl="4" indent="-2160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5.º nível de tópicos</a:t>
            </a:r>
          </a:p>
          <a:p>
            <a:pPr marL="2592000" lvl="5" indent="-216000" algn="l" defTabSz="4572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6.º nível de tópicos</a:t>
            </a:r>
          </a:p>
          <a:p>
            <a:pPr marL="3024000" lvl="6" indent="-216000" algn="l" defTabSz="4572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7.º nível de tópicos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8160" cy="1141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tabLst>
                <a:tab pos="0" algn="l"/>
              </a:tabLst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</a:p>
        </p:txBody>
      </p:sp>
      <p:sp>
        <p:nvSpPr>
          <p:cNvPr id="8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8160" cy="4524480"/>
          </a:xfrm>
          <a:prstGeom prst="rect">
            <a:avLst/>
          </a:prstGeom>
          <a:noFill/>
          <a:ln w="0">
            <a:noFill/>
          </a:ln>
        </p:spPr>
        <p:txBody>
          <a:bodyPr vert="eaVert"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</a:p>
          <a:p>
            <a:pPr marL="743040" lvl="1" indent="-28584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</a:p>
          <a:p>
            <a:pPr marL="1143000" lvl="2" indent="-22860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</a:p>
          <a:p>
            <a:pPr marL="1600200" lvl="3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</a:p>
          <a:p>
            <a:pPr marL="2057400" lvl="4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</a:p>
        </p:txBody>
      </p:sp>
      <p:sp>
        <p:nvSpPr>
          <p:cNvPr id="9" name="PlaceHolder 3"/>
          <p:cNvSpPr>
            <a:spLocks noGrp="1"/>
          </p:cNvSpPr>
          <p:nvPr>
            <p:ph type="dt" idx="4"/>
          </p:nvPr>
        </p:nvSpPr>
        <p:spPr>
          <a:xfrm>
            <a:off x="457200" y="6356520"/>
            <a:ext cx="2132280" cy="363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&lt;data/hora&gt;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" name="PlaceHolder 4"/>
          <p:cNvSpPr>
            <a:spLocks noGrp="1"/>
          </p:cNvSpPr>
          <p:nvPr>
            <p:ph type="ftr" idx="5"/>
          </p:nvPr>
        </p:nvSpPr>
        <p:spPr>
          <a:xfrm>
            <a:off x="3124080" y="6356520"/>
            <a:ext cx="2894040" cy="363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&lt;rodapé&gt;</a:t>
            </a:r>
          </a:p>
        </p:txBody>
      </p:sp>
      <p:sp>
        <p:nvSpPr>
          <p:cNvPr id="11" name="PlaceHolder 5"/>
          <p:cNvSpPr>
            <a:spLocks noGrp="1"/>
          </p:cNvSpPr>
          <p:nvPr>
            <p:ph type="sldNum" idx="6"/>
          </p:nvPr>
        </p:nvSpPr>
        <p:spPr>
          <a:xfrm>
            <a:off x="6553080" y="6356520"/>
            <a:ext cx="2132280" cy="363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fld id="{0C84D38D-BCB8-4780-A7C9-DCDD4F99D232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‹nº›</a:t>
            </a:fld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6629400" y="274680"/>
            <a:ext cx="2055960" cy="5850000"/>
          </a:xfrm>
          <a:prstGeom prst="rect">
            <a:avLst/>
          </a:prstGeom>
          <a:noFill/>
          <a:ln w="0">
            <a:noFill/>
          </a:ln>
        </p:spPr>
        <p:txBody>
          <a:bodyPr vert="eaVert"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tabLst>
                <a:tab pos="0" algn="l"/>
              </a:tabLst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</a:p>
        </p:txBody>
      </p:sp>
      <p:sp>
        <p:nvSpPr>
          <p:cNvPr id="13" name="PlaceHolder 2"/>
          <p:cNvSpPr>
            <a:spLocks noGrp="1"/>
          </p:cNvSpPr>
          <p:nvPr>
            <p:ph type="body"/>
          </p:nvPr>
        </p:nvSpPr>
        <p:spPr>
          <a:xfrm>
            <a:off x="457200" y="274680"/>
            <a:ext cx="6018480" cy="5850000"/>
          </a:xfrm>
          <a:prstGeom prst="rect">
            <a:avLst/>
          </a:prstGeom>
          <a:noFill/>
          <a:ln w="0">
            <a:noFill/>
          </a:ln>
        </p:spPr>
        <p:txBody>
          <a:bodyPr vert="eaVert"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</a:p>
          <a:p>
            <a:pPr marL="743040" lvl="1" indent="-28584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</a:p>
          <a:p>
            <a:pPr marL="1143000" lvl="2" indent="-22860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</a:p>
          <a:p>
            <a:pPr marL="1600200" lvl="3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</a:p>
          <a:p>
            <a:pPr marL="2057400" lvl="4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</a:p>
        </p:txBody>
      </p:sp>
      <p:sp>
        <p:nvSpPr>
          <p:cNvPr id="14" name="PlaceHolder 3"/>
          <p:cNvSpPr>
            <a:spLocks noGrp="1"/>
          </p:cNvSpPr>
          <p:nvPr>
            <p:ph type="dt" idx="7"/>
          </p:nvPr>
        </p:nvSpPr>
        <p:spPr>
          <a:xfrm>
            <a:off x="457200" y="6356520"/>
            <a:ext cx="2132280" cy="363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&lt;data/hora&gt;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" name="PlaceHolder 4"/>
          <p:cNvSpPr>
            <a:spLocks noGrp="1"/>
          </p:cNvSpPr>
          <p:nvPr>
            <p:ph type="ftr" idx="8"/>
          </p:nvPr>
        </p:nvSpPr>
        <p:spPr>
          <a:xfrm>
            <a:off x="3124080" y="6356520"/>
            <a:ext cx="2894040" cy="363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&lt;rodapé&gt;</a:t>
            </a:r>
          </a:p>
        </p:txBody>
      </p:sp>
      <p:sp>
        <p:nvSpPr>
          <p:cNvPr id="16" name="PlaceHolder 5"/>
          <p:cNvSpPr>
            <a:spLocks noGrp="1"/>
          </p:cNvSpPr>
          <p:nvPr>
            <p:ph type="sldNum" idx="9"/>
          </p:nvPr>
        </p:nvSpPr>
        <p:spPr>
          <a:xfrm>
            <a:off x="6553080" y="6356520"/>
            <a:ext cx="2132280" cy="363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fld id="{CF18AB68-CB0F-4F42-A469-FC53B7EBE616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‹nº›</a:t>
            </a:fld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8160" cy="1141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tabLst>
                <a:tab pos="0" algn="l"/>
              </a:tabLst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</a:p>
        </p:txBody>
      </p:sp>
      <p:sp>
        <p:nvSpPr>
          <p:cNvPr id="18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8160" cy="45244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</a:p>
          <a:p>
            <a:pPr marL="743040" lvl="1" indent="-28584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</a:p>
          <a:p>
            <a:pPr marL="1143000" lvl="2" indent="-22860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</a:p>
          <a:p>
            <a:pPr marL="1600200" lvl="3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</a:p>
          <a:p>
            <a:pPr marL="2057400" lvl="4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</a:p>
        </p:txBody>
      </p:sp>
      <p:sp>
        <p:nvSpPr>
          <p:cNvPr id="19" name="PlaceHolder 3"/>
          <p:cNvSpPr>
            <a:spLocks noGrp="1"/>
          </p:cNvSpPr>
          <p:nvPr>
            <p:ph type="dt" idx="10"/>
          </p:nvPr>
        </p:nvSpPr>
        <p:spPr>
          <a:xfrm>
            <a:off x="457200" y="6356520"/>
            <a:ext cx="2132280" cy="363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&lt;data/hora&gt;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" name="PlaceHolder 4"/>
          <p:cNvSpPr>
            <a:spLocks noGrp="1"/>
          </p:cNvSpPr>
          <p:nvPr>
            <p:ph type="ftr" idx="11"/>
          </p:nvPr>
        </p:nvSpPr>
        <p:spPr>
          <a:xfrm>
            <a:off x="3124080" y="6356520"/>
            <a:ext cx="2894040" cy="363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&lt;rodapé&gt;</a:t>
            </a:r>
          </a:p>
        </p:txBody>
      </p:sp>
      <p:sp>
        <p:nvSpPr>
          <p:cNvPr id="21" name="PlaceHolder 5"/>
          <p:cNvSpPr>
            <a:spLocks noGrp="1"/>
          </p:cNvSpPr>
          <p:nvPr>
            <p:ph type="sldNum" idx="12"/>
          </p:nvPr>
        </p:nvSpPr>
        <p:spPr>
          <a:xfrm>
            <a:off x="6553080" y="6356520"/>
            <a:ext cx="2132280" cy="363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fld id="{75434C64-A4E5-4E8F-899D-DAB7305740E3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‹nº›</a:t>
            </a:fld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ection Header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laceHolder 1"/>
          <p:cNvSpPr>
            <a:spLocks noGrp="1"/>
          </p:cNvSpPr>
          <p:nvPr>
            <p:ph type="title"/>
          </p:nvPr>
        </p:nvSpPr>
        <p:spPr>
          <a:xfrm>
            <a:off x="722160" y="4406760"/>
            <a:ext cx="7770960" cy="13608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n-US" sz="4000" b="1" u="none" strike="noStrike" cap="all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4000" b="1" u="none" strike="noStrike" cap="all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</a:p>
        </p:txBody>
      </p:sp>
      <p:sp>
        <p:nvSpPr>
          <p:cNvPr id="23" name="PlaceHolder 2"/>
          <p:cNvSpPr>
            <a:spLocks noGrp="1"/>
          </p:cNvSpPr>
          <p:nvPr>
            <p:ph type="body"/>
          </p:nvPr>
        </p:nvSpPr>
        <p:spPr>
          <a:xfrm>
            <a:off x="722160" y="2906640"/>
            <a:ext cx="7770960" cy="1498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400"/>
              </a:spcBef>
              <a:buNone/>
              <a:tabLst>
                <a:tab pos="0" algn="l"/>
              </a:tabLst>
              <a:defRPr lang="en-US" sz="20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400"/>
              </a:spcBef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Click to edit Master text styles</a:t>
            </a:r>
          </a:p>
        </p:txBody>
      </p:sp>
      <p:sp>
        <p:nvSpPr>
          <p:cNvPr id="24" name="PlaceHolder 3"/>
          <p:cNvSpPr>
            <a:spLocks noGrp="1"/>
          </p:cNvSpPr>
          <p:nvPr>
            <p:ph type="dt" idx="13"/>
          </p:nvPr>
        </p:nvSpPr>
        <p:spPr>
          <a:xfrm>
            <a:off x="457200" y="6356520"/>
            <a:ext cx="2132280" cy="363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&lt;data/hora&gt;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" name="PlaceHolder 4"/>
          <p:cNvSpPr>
            <a:spLocks noGrp="1"/>
          </p:cNvSpPr>
          <p:nvPr>
            <p:ph type="ftr" idx="14"/>
          </p:nvPr>
        </p:nvSpPr>
        <p:spPr>
          <a:xfrm>
            <a:off x="3124080" y="6356520"/>
            <a:ext cx="2894040" cy="363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&lt;rodapé&gt;</a:t>
            </a:r>
          </a:p>
        </p:txBody>
      </p:sp>
      <p:sp>
        <p:nvSpPr>
          <p:cNvPr id="26" name="PlaceHolder 5"/>
          <p:cNvSpPr>
            <a:spLocks noGrp="1"/>
          </p:cNvSpPr>
          <p:nvPr>
            <p:ph type="sldNum" idx="15"/>
          </p:nvPr>
        </p:nvSpPr>
        <p:spPr>
          <a:xfrm>
            <a:off x="6553080" y="6356520"/>
            <a:ext cx="2132280" cy="363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fld id="{2D45A7FA-0BA9-45FA-8E73-BB2151AA18B1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‹nº›</a:t>
            </a:fld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8160" cy="1141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tabLst>
                <a:tab pos="0" algn="l"/>
              </a:tabLst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</a:p>
        </p:txBody>
      </p:sp>
      <p:sp>
        <p:nvSpPr>
          <p:cNvPr id="28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4037040" cy="45244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</a:p>
          <a:p>
            <a:pPr marL="743040" lvl="1" indent="-28584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</a:p>
          <a:p>
            <a:pPr marL="1143000" lvl="2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</a:p>
          <a:p>
            <a:pPr marL="1600200" lvl="3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</a:p>
          <a:p>
            <a:pPr marL="2057400" lvl="4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</a:p>
        </p:txBody>
      </p:sp>
      <p:sp>
        <p:nvSpPr>
          <p:cNvPr id="29" name="PlaceHolder 3"/>
          <p:cNvSpPr>
            <a:spLocks noGrp="1"/>
          </p:cNvSpPr>
          <p:nvPr>
            <p:ph type="body"/>
          </p:nvPr>
        </p:nvSpPr>
        <p:spPr>
          <a:xfrm>
            <a:off x="4648320" y="1600200"/>
            <a:ext cx="4037040" cy="45244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</a:p>
          <a:p>
            <a:pPr marL="743040" lvl="1" indent="-28584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</a:p>
          <a:p>
            <a:pPr marL="1143000" lvl="2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</a:p>
          <a:p>
            <a:pPr marL="1600200" lvl="3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</a:p>
          <a:p>
            <a:pPr marL="2057400" lvl="4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</a:p>
        </p:txBody>
      </p:sp>
      <p:sp>
        <p:nvSpPr>
          <p:cNvPr id="30" name="PlaceHolder 4"/>
          <p:cNvSpPr>
            <a:spLocks noGrp="1"/>
          </p:cNvSpPr>
          <p:nvPr>
            <p:ph type="dt" idx="16"/>
          </p:nvPr>
        </p:nvSpPr>
        <p:spPr>
          <a:xfrm>
            <a:off x="457200" y="6356520"/>
            <a:ext cx="2132280" cy="363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&lt;data/hora&gt;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" name="PlaceHolder 5"/>
          <p:cNvSpPr>
            <a:spLocks noGrp="1"/>
          </p:cNvSpPr>
          <p:nvPr>
            <p:ph type="ftr" idx="17"/>
          </p:nvPr>
        </p:nvSpPr>
        <p:spPr>
          <a:xfrm>
            <a:off x="3124080" y="6356520"/>
            <a:ext cx="2894040" cy="363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&lt;rodapé&gt;</a:t>
            </a:r>
          </a:p>
        </p:txBody>
      </p:sp>
      <p:sp>
        <p:nvSpPr>
          <p:cNvPr id="32" name="PlaceHolder 6"/>
          <p:cNvSpPr>
            <a:spLocks noGrp="1"/>
          </p:cNvSpPr>
          <p:nvPr>
            <p:ph type="sldNum" idx="18"/>
          </p:nvPr>
        </p:nvSpPr>
        <p:spPr>
          <a:xfrm>
            <a:off x="6553080" y="6356520"/>
            <a:ext cx="2132280" cy="363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fld id="{AD9D8B24-0F54-4ACA-A15F-ACA4DAEB6692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‹nº›</a:t>
            </a:fld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Comparison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8160" cy="1141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tabLst>
                <a:tab pos="0" algn="l"/>
              </a:tabLst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</a:p>
        </p:txBody>
      </p:sp>
      <p:sp>
        <p:nvSpPr>
          <p:cNvPr id="34" name="PlaceHolder 2"/>
          <p:cNvSpPr>
            <a:spLocks noGrp="1"/>
          </p:cNvSpPr>
          <p:nvPr>
            <p:ph type="body"/>
          </p:nvPr>
        </p:nvSpPr>
        <p:spPr>
          <a:xfrm>
            <a:off x="457200" y="1535040"/>
            <a:ext cx="4038840" cy="63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  <a:def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5" name="PlaceHolder 3"/>
          <p:cNvSpPr>
            <a:spLocks noGrp="1"/>
          </p:cNvSpPr>
          <p:nvPr>
            <p:ph type="body"/>
          </p:nvPr>
        </p:nvSpPr>
        <p:spPr>
          <a:xfrm>
            <a:off x="457200" y="2174760"/>
            <a:ext cx="4038840" cy="3949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</a:p>
          <a:p>
            <a:pPr marL="743040" lvl="1" indent="-28584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</a:p>
          <a:p>
            <a:pPr marL="1143000" lvl="2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</a:p>
          <a:p>
            <a:pPr marL="1600200" lvl="3" indent="-228600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</a:p>
          <a:p>
            <a:pPr marL="2057400" lvl="4" indent="-228600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</a:p>
        </p:txBody>
      </p:sp>
      <p:sp>
        <p:nvSpPr>
          <p:cNvPr id="36" name="PlaceHolder 4"/>
          <p:cNvSpPr>
            <a:spLocks noGrp="1"/>
          </p:cNvSpPr>
          <p:nvPr>
            <p:ph type="body"/>
          </p:nvPr>
        </p:nvSpPr>
        <p:spPr>
          <a:xfrm>
            <a:off x="4645080" y="1535040"/>
            <a:ext cx="4040280" cy="63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  <a:def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7" name="PlaceHolder 5"/>
          <p:cNvSpPr>
            <a:spLocks noGrp="1"/>
          </p:cNvSpPr>
          <p:nvPr>
            <p:ph type="body"/>
          </p:nvPr>
        </p:nvSpPr>
        <p:spPr>
          <a:xfrm>
            <a:off x="4645080" y="2174760"/>
            <a:ext cx="4040280" cy="3949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</a:p>
          <a:p>
            <a:pPr marL="743040" lvl="1" indent="-28584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</a:p>
          <a:p>
            <a:pPr marL="1143000" lvl="2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</a:p>
          <a:p>
            <a:pPr marL="1600200" lvl="3" indent="-228600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</a:p>
          <a:p>
            <a:pPr marL="2057400" lvl="4" indent="-228600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</a:p>
        </p:txBody>
      </p:sp>
      <p:sp>
        <p:nvSpPr>
          <p:cNvPr id="38" name="PlaceHolder 6"/>
          <p:cNvSpPr>
            <a:spLocks noGrp="1"/>
          </p:cNvSpPr>
          <p:nvPr>
            <p:ph type="dt" idx="19"/>
          </p:nvPr>
        </p:nvSpPr>
        <p:spPr>
          <a:xfrm>
            <a:off x="457200" y="6356520"/>
            <a:ext cx="2132280" cy="363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&lt;data/hora&gt;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9" name="PlaceHolder 7"/>
          <p:cNvSpPr>
            <a:spLocks noGrp="1"/>
          </p:cNvSpPr>
          <p:nvPr>
            <p:ph type="ftr" idx="20"/>
          </p:nvPr>
        </p:nvSpPr>
        <p:spPr>
          <a:xfrm>
            <a:off x="3124080" y="6356520"/>
            <a:ext cx="2894040" cy="363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&lt;rodapé&gt;</a:t>
            </a:r>
          </a:p>
        </p:txBody>
      </p:sp>
      <p:sp>
        <p:nvSpPr>
          <p:cNvPr id="40" name="PlaceHolder 8"/>
          <p:cNvSpPr>
            <a:spLocks noGrp="1"/>
          </p:cNvSpPr>
          <p:nvPr>
            <p:ph type="sldNum" idx="21"/>
          </p:nvPr>
        </p:nvSpPr>
        <p:spPr>
          <a:xfrm>
            <a:off x="6553080" y="6356520"/>
            <a:ext cx="2132280" cy="363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fld id="{2F4C3921-8FF7-45A9-AB77-95B12FFBC965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‹nº›</a:t>
            </a:fld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8160" cy="1141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tabLst>
                <a:tab pos="0" algn="l"/>
              </a:tabLst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</a:p>
        </p:txBody>
      </p:sp>
      <p:sp>
        <p:nvSpPr>
          <p:cNvPr id="42" name="PlaceHolder 2"/>
          <p:cNvSpPr>
            <a:spLocks noGrp="1"/>
          </p:cNvSpPr>
          <p:nvPr>
            <p:ph type="dt" idx="22"/>
          </p:nvPr>
        </p:nvSpPr>
        <p:spPr>
          <a:xfrm>
            <a:off x="457200" y="6356520"/>
            <a:ext cx="2132280" cy="363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&lt;data/hora&gt;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3" name="PlaceHolder 3"/>
          <p:cNvSpPr>
            <a:spLocks noGrp="1"/>
          </p:cNvSpPr>
          <p:nvPr>
            <p:ph type="ftr" idx="23"/>
          </p:nvPr>
        </p:nvSpPr>
        <p:spPr>
          <a:xfrm>
            <a:off x="3124080" y="6356520"/>
            <a:ext cx="2894040" cy="363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&lt;rodapé&gt;</a:t>
            </a:r>
          </a:p>
        </p:txBody>
      </p:sp>
      <p:sp>
        <p:nvSpPr>
          <p:cNvPr id="44" name="PlaceHolder 4"/>
          <p:cNvSpPr>
            <a:spLocks noGrp="1"/>
          </p:cNvSpPr>
          <p:nvPr>
            <p:ph type="sldNum" idx="24"/>
          </p:nvPr>
        </p:nvSpPr>
        <p:spPr>
          <a:xfrm>
            <a:off x="6553080" y="6356520"/>
            <a:ext cx="2132280" cy="363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fld id="{7407FD2B-2D84-4D7C-9CB3-98EAA734F7E7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‹nº›</a:t>
            </a:fld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PlaceHolder 1"/>
          <p:cNvSpPr>
            <a:spLocks noGrp="1"/>
          </p:cNvSpPr>
          <p:nvPr>
            <p:ph type="dt" idx="25"/>
          </p:nvPr>
        </p:nvSpPr>
        <p:spPr>
          <a:xfrm>
            <a:off x="457200" y="6356520"/>
            <a:ext cx="2132280" cy="363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&lt;data/hora&gt;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6" name="PlaceHolder 2"/>
          <p:cNvSpPr>
            <a:spLocks noGrp="1"/>
          </p:cNvSpPr>
          <p:nvPr>
            <p:ph type="ftr" idx="26"/>
          </p:nvPr>
        </p:nvSpPr>
        <p:spPr>
          <a:xfrm>
            <a:off x="3124080" y="6356520"/>
            <a:ext cx="2894040" cy="363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&lt;rodapé&gt;</a:t>
            </a:r>
          </a:p>
        </p:txBody>
      </p:sp>
      <p:sp>
        <p:nvSpPr>
          <p:cNvPr id="47" name="PlaceHolder 3"/>
          <p:cNvSpPr>
            <a:spLocks noGrp="1"/>
          </p:cNvSpPr>
          <p:nvPr>
            <p:ph type="sldNum" idx="27"/>
          </p:nvPr>
        </p:nvSpPr>
        <p:spPr>
          <a:xfrm>
            <a:off x="6553080" y="6356520"/>
            <a:ext cx="2132280" cy="363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fld id="{9BA5061C-1421-48F7-B415-CE6A82B775DE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‹nº›</a:t>
            </a:fld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Content with Caption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PlaceHolder 1"/>
          <p:cNvSpPr>
            <a:spLocks noGrp="1"/>
          </p:cNvSpPr>
          <p:nvPr>
            <p:ph type="title"/>
          </p:nvPr>
        </p:nvSpPr>
        <p:spPr>
          <a:xfrm>
            <a:off x="457200" y="272880"/>
            <a:ext cx="3006720" cy="1160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</a:p>
        </p:txBody>
      </p:sp>
      <p:sp>
        <p:nvSpPr>
          <p:cNvPr id="49" name="PlaceHolder 2"/>
          <p:cNvSpPr>
            <a:spLocks noGrp="1"/>
          </p:cNvSpPr>
          <p:nvPr>
            <p:ph type="body"/>
          </p:nvPr>
        </p:nvSpPr>
        <p:spPr>
          <a:xfrm>
            <a:off x="3575160" y="272880"/>
            <a:ext cx="5110200" cy="58518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</a:p>
          <a:p>
            <a:pPr marL="743040" lvl="1" indent="-28584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</a:p>
          <a:p>
            <a:pPr marL="1143000" lvl="2" indent="-22860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</a:p>
          <a:p>
            <a:pPr marL="1600200" lvl="3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</a:p>
          <a:p>
            <a:pPr marL="2057400" lvl="4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</a:p>
        </p:txBody>
      </p:sp>
      <p:sp>
        <p:nvSpPr>
          <p:cNvPr id="50" name="PlaceHolder 3"/>
          <p:cNvSpPr>
            <a:spLocks noGrp="1"/>
          </p:cNvSpPr>
          <p:nvPr>
            <p:ph type="body"/>
          </p:nvPr>
        </p:nvSpPr>
        <p:spPr>
          <a:xfrm>
            <a:off x="457200" y="1434960"/>
            <a:ext cx="3006720" cy="4689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281"/>
              </a:spcBef>
              <a:buNone/>
              <a:tabLst>
                <a:tab pos="0" algn="l"/>
              </a:tabLst>
              <a:def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281"/>
              </a:spcBef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</a:p>
        </p:txBody>
      </p:sp>
      <p:sp>
        <p:nvSpPr>
          <p:cNvPr id="51" name="PlaceHolder 4"/>
          <p:cNvSpPr>
            <a:spLocks noGrp="1"/>
          </p:cNvSpPr>
          <p:nvPr>
            <p:ph type="dt" idx="28"/>
          </p:nvPr>
        </p:nvSpPr>
        <p:spPr>
          <a:xfrm>
            <a:off x="457200" y="6356520"/>
            <a:ext cx="2132280" cy="363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&lt;data/hora&gt;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2" name="PlaceHolder 5"/>
          <p:cNvSpPr>
            <a:spLocks noGrp="1"/>
          </p:cNvSpPr>
          <p:nvPr>
            <p:ph type="ftr" idx="29"/>
          </p:nvPr>
        </p:nvSpPr>
        <p:spPr>
          <a:xfrm>
            <a:off x="3124080" y="6356520"/>
            <a:ext cx="2894040" cy="363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&lt;rodapé&gt;</a:t>
            </a:r>
          </a:p>
        </p:txBody>
      </p:sp>
      <p:sp>
        <p:nvSpPr>
          <p:cNvPr id="53" name="PlaceHolder 6"/>
          <p:cNvSpPr>
            <a:spLocks noGrp="1"/>
          </p:cNvSpPr>
          <p:nvPr>
            <p:ph type="sldNum" idx="30"/>
          </p:nvPr>
        </p:nvSpPr>
        <p:spPr>
          <a:xfrm>
            <a:off x="6553080" y="6356520"/>
            <a:ext cx="2132280" cy="363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fld id="{15229EA1-40D4-4C97-BAF5-305353E6425B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‹nº›</a:t>
            </a:fld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Picture with Caption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PlaceHolder 1"/>
          <p:cNvSpPr>
            <a:spLocks noGrp="1"/>
          </p:cNvSpPr>
          <p:nvPr>
            <p:ph type="title"/>
          </p:nvPr>
        </p:nvSpPr>
        <p:spPr>
          <a:xfrm>
            <a:off x="1792440" y="4800600"/>
            <a:ext cx="5484960" cy="565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</a:p>
        </p:txBody>
      </p:sp>
      <p:sp>
        <p:nvSpPr>
          <p:cNvPr id="55" name="PlaceHolder 2"/>
          <p:cNvSpPr>
            <a:spLocks noGrp="1"/>
          </p:cNvSpPr>
          <p:nvPr>
            <p:ph type="body"/>
          </p:nvPr>
        </p:nvSpPr>
        <p:spPr>
          <a:xfrm>
            <a:off x="1792440" y="612720"/>
            <a:ext cx="5484960" cy="411336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28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pos="0" algn="l"/>
              </a:tabLst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pos="0" algn="l"/>
              </a:tabLst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  <a:lvl6pPr lvl="5" algn="l" defTabSz="4572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6pPr>
            <a:lvl7pPr lvl="6" algn="l" defTabSz="4572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7pPr>
          </a:lstStyle>
          <a:p>
            <a:pPr marL="432000" indent="-324000" algn="l" defTabSz="457200">
              <a:lnSpc>
                <a:spcPct val="100000"/>
              </a:lnSpc>
              <a:spcBef>
                <a:spcPts val="28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Clique para editar o formato de texto dos tópicos</a:t>
            </a:r>
          </a:p>
          <a:p>
            <a:pPr marL="457200" lvl="1" indent="-32400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pos="0" algn="l"/>
              </a:tabLst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2.º nível de tópicos</a:t>
            </a:r>
          </a:p>
          <a:p>
            <a:pPr marL="914400" lvl="2" indent="-28800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3.º nível de tópicos</a:t>
            </a:r>
          </a:p>
          <a:p>
            <a:pPr marL="1371600" lvl="3" indent="-2160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pos="0" algn="l"/>
              </a:tabLst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4.º nível de tópicos</a:t>
            </a:r>
          </a:p>
          <a:p>
            <a:pPr marL="1828800" lvl="4" indent="-2160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5.º nível de tópicos</a:t>
            </a:r>
          </a:p>
          <a:p>
            <a:pPr marL="2286000" lvl="5" indent="-216000" algn="l" defTabSz="4572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6.º nível de tópicos</a:t>
            </a:r>
          </a:p>
          <a:p>
            <a:pPr marL="2743200" lvl="6" indent="-216000" algn="l" defTabSz="4572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7.º nível de tópicos</a:t>
            </a:r>
          </a:p>
        </p:txBody>
      </p:sp>
      <p:sp>
        <p:nvSpPr>
          <p:cNvPr id="56" name="PlaceHolder 3"/>
          <p:cNvSpPr>
            <a:spLocks noGrp="1"/>
          </p:cNvSpPr>
          <p:nvPr>
            <p:ph type="body"/>
          </p:nvPr>
        </p:nvSpPr>
        <p:spPr>
          <a:xfrm>
            <a:off x="1792440" y="5367240"/>
            <a:ext cx="5484960" cy="803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281"/>
              </a:spcBef>
              <a:buNone/>
              <a:tabLst>
                <a:tab pos="0" algn="l"/>
              </a:tabLst>
              <a:def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281"/>
              </a:spcBef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</a:p>
        </p:txBody>
      </p:sp>
      <p:sp>
        <p:nvSpPr>
          <p:cNvPr id="57" name="PlaceHolder 4"/>
          <p:cNvSpPr>
            <a:spLocks noGrp="1"/>
          </p:cNvSpPr>
          <p:nvPr>
            <p:ph type="dt" idx="31"/>
          </p:nvPr>
        </p:nvSpPr>
        <p:spPr>
          <a:xfrm>
            <a:off x="457200" y="6356520"/>
            <a:ext cx="2132280" cy="363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&lt;data/hora&gt;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8" name="PlaceHolder 5"/>
          <p:cNvSpPr>
            <a:spLocks noGrp="1"/>
          </p:cNvSpPr>
          <p:nvPr>
            <p:ph type="ftr" idx="32"/>
          </p:nvPr>
        </p:nvSpPr>
        <p:spPr>
          <a:xfrm>
            <a:off x="3124080" y="6356520"/>
            <a:ext cx="2894040" cy="363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&lt;rodapé&gt;</a:t>
            </a:r>
          </a:p>
        </p:txBody>
      </p:sp>
      <p:sp>
        <p:nvSpPr>
          <p:cNvPr id="59" name="PlaceHolder 6"/>
          <p:cNvSpPr>
            <a:spLocks noGrp="1"/>
          </p:cNvSpPr>
          <p:nvPr>
            <p:ph type="sldNum" idx="33"/>
          </p:nvPr>
        </p:nvSpPr>
        <p:spPr>
          <a:xfrm>
            <a:off x="6553080" y="6356520"/>
            <a:ext cx="2132280" cy="363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fld id="{B3C6E4A9-E911-4567-A0FD-350978F40144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‹nº›</a:t>
            </a:fld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PlaceHolder 1"/>
          <p:cNvSpPr>
            <a:spLocks noGrp="1"/>
          </p:cNvSpPr>
          <p:nvPr>
            <p:ph type="title"/>
          </p:nvPr>
        </p:nvSpPr>
        <p:spPr>
          <a:xfrm>
            <a:off x="685800" y="2130480"/>
            <a:ext cx="7770960" cy="1468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tabLst>
                <a:tab pos="0" algn="l"/>
              </a:tabLst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</a:p>
        </p:txBody>
      </p:sp>
      <p:sp>
        <p:nvSpPr>
          <p:cNvPr id="61" name="PlaceHolder 2"/>
          <p:cNvSpPr>
            <a:spLocks noGrp="1"/>
          </p:cNvSpPr>
          <p:nvPr>
            <p:ph type="dt" idx="34"/>
          </p:nvPr>
        </p:nvSpPr>
        <p:spPr>
          <a:xfrm>
            <a:off x="457200" y="6356520"/>
            <a:ext cx="2132280" cy="363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&lt;data/hora&gt;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2" name="PlaceHolder 3"/>
          <p:cNvSpPr>
            <a:spLocks noGrp="1"/>
          </p:cNvSpPr>
          <p:nvPr>
            <p:ph type="ftr" idx="35"/>
          </p:nvPr>
        </p:nvSpPr>
        <p:spPr>
          <a:xfrm>
            <a:off x="3124080" y="6356520"/>
            <a:ext cx="2894040" cy="363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&lt;rodapé&gt;</a:t>
            </a:r>
          </a:p>
        </p:txBody>
      </p:sp>
      <p:sp>
        <p:nvSpPr>
          <p:cNvPr id="63" name="PlaceHolder 4"/>
          <p:cNvSpPr>
            <a:spLocks noGrp="1"/>
          </p:cNvSpPr>
          <p:nvPr>
            <p:ph type="sldNum" idx="36"/>
          </p:nvPr>
        </p:nvSpPr>
        <p:spPr>
          <a:xfrm>
            <a:off x="6553080" y="6356520"/>
            <a:ext cx="2132280" cy="363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fld id="{CDA3C00C-0118-442C-A3B5-7916CE484EFE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‹nº›</a:t>
            </a:fld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4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8160" cy="3976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  <a:lvl6pPr lvl="5" algn="l" defTabSz="4572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6pPr>
            <a:lvl7pPr lvl="6" algn="l" defTabSz="4572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7pPr>
          </a:lstStyle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Clique para editar o formato de texto dos tópicos</a:t>
            </a:r>
          </a:p>
          <a:p>
            <a:pPr marL="864000" lvl="1" indent="-32400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2.º nível de tópicos</a:t>
            </a:r>
          </a:p>
          <a:p>
            <a:pPr marL="1296000" lvl="2" indent="-28800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3.º nível de tópicos</a:t>
            </a:r>
          </a:p>
          <a:p>
            <a:pPr marL="1728000" lvl="3" indent="-2160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4.º nível de tópicos</a:t>
            </a:r>
          </a:p>
          <a:p>
            <a:pPr marL="2160000" lvl="4" indent="-2160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5.º nível de tópicos</a:t>
            </a:r>
          </a:p>
          <a:p>
            <a:pPr marL="2592000" lvl="5" indent="-216000" algn="l" defTabSz="4572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6.º nível de tópicos</a:t>
            </a:r>
          </a:p>
          <a:p>
            <a:pPr marL="3024000" lvl="6" indent="-216000" algn="l" defTabSz="4572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7.º nível de tópicos</a:t>
            </a:r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1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PlaceHolder 1"/>
          <p:cNvSpPr>
            <a:spLocks noGrp="1"/>
          </p:cNvSpPr>
          <p:nvPr>
            <p:ph type="title"/>
          </p:nvPr>
        </p:nvSpPr>
        <p:spPr>
          <a:xfrm>
            <a:off x="685800" y="1951560"/>
            <a:ext cx="7770960" cy="1468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 algn="ctr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4400" b="0" u="none" strike="noStrike" dirty="0">
                <a:solidFill>
                  <a:schemeClr val="tx2"/>
                </a:solidFill>
                <a:effectLst/>
                <a:uFillTx/>
                <a:latin typeface="Calibri"/>
              </a:rPr>
              <a:t>Sprint Review</a:t>
            </a:r>
          </a:p>
        </p:txBody>
      </p:sp>
      <p:sp>
        <p:nvSpPr>
          <p:cNvPr id="66" name="PlaceHolder 2"/>
          <p:cNvSpPr>
            <a:spLocks noGrp="1"/>
          </p:cNvSpPr>
          <p:nvPr>
            <p:ph type="subTitle"/>
          </p:nvPr>
        </p:nvSpPr>
        <p:spPr>
          <a:xfrm>
            <a:off x="1371600" y="3420000"/>
            <a:ext cx="6399360" cy="27730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 defTabSz="457200">
              <a:lnSpc>
                <a:spcPct val="100000"/>
              </a:lnSpc>
              <a:spcBef>
                <a:spcPts val="641"/>
              </a:spcBef>
              <a:buNone/>
              <a:tabLst>
                <a:tab pos="0" algn="l"/>
              </a:tabLst>
            </a:pPr>
            <a:r>
              <a:rPr lang="pt-BR" sz="3200" b="0" u="none" strike="noStrike" dirty="0">
                <a:solidFill>
                  <a:schemeClr val="tx1"/>
                </a:solidFill>
                <a:effectLst/>
                <a:uFillTx/>
                <a:latin typeface="Calibri"/>
              </a:rPr>
              <a:t>Agente de vendas </a:t>
            </a:r>
            <a:r>
              <a:rPr lang="pt-BR" sz="3200" b="0" u="none" strike="noStrike" dirty="0" err="1">
                <a:solidFill>
                  <a:schemeClr val="tx1"/>
                </a:solidFill>
                <a:effectLst/>
                <a:uFillTx/>
                <a:latin typeface="Calibri"/>
              </a:rPr>
              <a:t>Inforrel</a:t>
            </a:r>
            <a:r>
              <a:rPr lang="pt-BR" sz="3200" b="0" u="none" strike="noStrike" dirty="0">
                <a:solidFill>
                  <a:schemeClr val="tx1"/>
                </a:solidFill>
                <a:effectLst/>
                <a:uFillTx/>
                <a:latin typeface="Calibri"/>
              </a:rPr>
              <a:t> </a:t>
            </a:r>
            <a:endParaRPr lang="pt-BR" sz="3200" b="0" u="none" strike="noStrike" dirty="0">
              <a:solidFill>
                <a:schemeClr val="tx1"/>
              </a:solidFill>
              <a:effectLst/>
              <a:uFillTx/>
              <a:latin typeface="Arial"/>
            </a:endParaRPr>
          </a:p>
          <a:p>
            <a:pPr marL="216000" indent="-216000" algn="l"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pt-BR" sz="3200" b="0" u="none" strike="noStrike" dirty="0">
                <a:solidFill>
                  <a:schemeClr val="tx1"/>
                </a:solidFill>
                <a:effectLst/>
                <a:uFillTx/>
                <a:latin typeface="Calibri"/>
              </a:rPr>
              <a:t>Sprint 2</a:t>
            </a:r>
            <a:r>
              <a:rPr lang="pt-BR" sz="3200" b="0" u="none" strike="noStrike" dirty="0" err="1">
                <a:solidFill>
                  <a:schemeClr val="tx1"/>
                </a:solidFill>
                <a:effectLst/>
                <a:uFillTx/>
                <a:latin typeface="Calibri"/>
              </a:rPr>
              <a:t/>
            </a:r>
            <a:r>
              <a:rPr lang="pt-BR" sz="3200" b="0" u="none" strike="noStrike" dirty="0">
                <a:solidFill>
                  <a:schemeClr val="tx1"/>
                </a:solidFill>
                <a:effectLst/>
                <a:uFillTx/>
                <a:latin typeface="Calibri"/>
              </a:rPr>
              <a:t> </a:t>
            </a:r>
            <a:endParaRPr lang="pt-BR" sz="3200" b="0" u="none" strike="noStrike" dirty="0">
              <a:solidFill>
                <a:schemeClr val="tx1"/>
              </a:solidFill>
              <a:effectLst/>
              <a:uFillTx/>
              <a:latin typeface="Arial"/>
            </a:endParaRPr>
          </a:p>
          <a:p>
            <a:pPr marL="216000" indent="-216000" algn="l"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pt-BR" sz="3200" b="0" u="none" strike="noStrike" dirty="0">
                <a:solidFill>
                  <a:schemeClr val="tx1"/>
                </a:solidFill>
                <a:effectLst/>
                <a:uFillTx/>
                <a:latin typeface="Calibri"/>
              </a:rPr>
              <a:t>27/04/2026</a:t>
            </a:r>
            <a:r>
              <a:rPr lang="pt-BR" sz="3200" b="0" u="none" strike="noStrike" dirty="0" err="1">
                <a:solidFill>
                  <a:schemeClr val="tx1"/>
                </a:solidFill>
                <a:effectLst/>
                <a:uFillTx/>
                <a:latin typeface="Calibri"/>
              </a:rPr>
              <a:t/>
            </a:r>
            <a:r>
              <a:rPr lang="pt-BR" sz="3200" b="0" u="none" strike="noStrike" dirty="0">
                <a:solidFill>
                  <a:schemeClr val="tx1"/>
                </a:solidFill>
                <a:effectLst/>
                <a:uFillTx/>
                <a:latin typeface="Calibri"/>
              </a:rPr>
              <a:t> - 15/05/2026</a:t>
            </a:r>
            <a:r>
              <a:rPr lang="pt-BR" sz="3200" b="0" u="none" strike="noStrike" dirty="0" err="1">
                <a:solidFill>
                  <a:schemeClr val="tx1"/>
                </a:solidFill>
                <a:effectLst/>
                <a:uFillTx/>
                <a:latin typeface="Calibri"/>
              </a:rPr>
              <a:t/>
            </a:r>
            <a:r>
              <a:rPr lang="pt-BR" sz="3200" b="0" u="none" strike="noStrike" dirty="0">
                <a:solidFill>
                  <a:schemeClr val="tx1"/>
                </a:solidFill>
                <a:effectLst/>
                <a:uFillTx/>
                <a:latin typeface="Calibri"/>
              </a:rPr>
              <a:t> </a:t>
            </a:r>
            <a:endParaRPr lang="pt-BR" sz="3200" b="0" u="none" strike="noStrike" dirty="0">
              <a:solidFill>
                <a:schemeClr val="tx1"/>
              </a:solidFill>
              <a:effectLst/>
              <a:uFillTx/>
              <a:latin typeface="Arial"/>
            </a:endParaRPr>
          </a:p>
          <a:p>
            <a:pPr marL="216000" indent="-216000" algn="l"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pt-BR" sz="3200" b="0" u="none" strike="noStrike" dirty="0">
                <a:solidFill>
                  <a:schemeClr val="tx1"/>
                </a:solidFill>
                <a:effectLst/>
                <a:uFillTx/>
                <a:latin typeface="Calibri"/>
              </a:rPr>
              <a:t>19</a:t>
            </a:r>
            <a:r>
              <a:rPr lang="pt-BR" sz="3200" b="0" u="none" strike="noStrike" dirty="0" err="1">
                <a:solidFill>
                  <a:schemeClr val="tx1"/>
                </a:solidFill>
                <a:effectLst/>
                <a:uFillTx/>
                <a:latin typeface="Calibri"/>
              </a:rPr>
              <a:t/>
            </a:r>
            <a:r>
              <a:rPr lang="pt-BR" sz="3200" b="0" u="none" strike="noStrike" dirty="0">
                <a:solidFill>
                  <a:schemeClr val="tx1"/>
                </a:solidFill>
                <a:effectLst/>
                <a:uFillTx/>
                <a:latin typeface="Calibri"/>
              </a:rPr>
              <a:t> dias</a:t>
            </a:r>
            <a:endParaRPr lang="pt-BR" sz="3200" b="0" u="none" strike="noStrike" dirty="0">
              <a:solidFill>
                <a:schemeClr val="tx1"/>
              </a:solidFill>
              <a:effectLst/>
              <a:uFillTx/>
              <a:latin typeface="Arial"/>
            </a:endParaRPr>
          </a:p>
        </p:txBody>
      </p:sp>
      <p:pic>
        <p:nvPicPr>
          <p:cNvPr id="67" name="Imagem 66"/>
          <p:cNvPicPr/>
          <p:nvPr/>
        </p:nvPicPr>
        <p:blipFill>
          <a:blip r:embed="rId2"/>
          <a:stretch/>
        </p:blipFill>
        <p:spPr>
          <a:xfrm>
            <a:off x="0" y="-28800"/>
            <a:ext cx="9142560" cy="1647720"/>
          </a:xfrm>
          <a:prstGeom prst="rect">
            <a:avLst/>
          </a:prstGeom>
          <a:noFill/>
          <a:ln w="0"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PlaceHolder 1"/>
          <p:cNvSpPr>
            <a:spLocks noGrp="1"/>
          </p:cNvSpPr>
          <p:nvPr>
            <p:ph/>
          </p:nvPr>
        </p:nvSpPr>
        <p:spPr>
          <a:xfrm>
            <a:off x="457200" y="1558440"/>
            <a:ext cx="8228160" cy="45244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 defTabSz="457200">
              <a:lnSpc>
                <a:spcPct val="100000"/>
              </a:lnSpc>
              <a:spcBef>
                <a:spcPts val="641"/>
              </a:spcBef>
              <a:buNone/>
              <a:tabLst>
                <a:tab pos="0" algn="l"/>
              </a:tabLst>
            </a:pPr>
            <a:endParaRPr lang="en-US" sz="3200" b="0" u="none" strike="noStrike" dirty="0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800" b="0" u="none" strike="noStrike" dirty="0">
                <a:solidFill>
                  <a:schemeClr val="dk1"/>
                </a:solidFill>
                <a:effectLst/>
                <a:uFillTx/>
                <a:latin typeface="Calibri"/>
                <a:ea typeface="Microsoft YaHei"/>
              </a:rPr>
              <a:t>Continuar o desenvolvimento do sistema de RAG e Q&amp;A Pairs.</a:t>
            </a:r>
            <a:r>
              <a:rPr lang="en-US" sz="2800" b="0" u="none" strike="noStrike" dirty="0" err="1">
                <a:solidFill>
                  <a:schemeClr val="dk1"/>
                </a:solidFill>
                <a:effectLst/>
                <a:uFillTx/>
                <a:latin typeface="Calibri"/>
                <a:ea typeface="Microsoft YaHei"/>
              </a:rPr>
              <a:t/>
            </a:r>
            <a:r>
              <a:rPr lang="en-US" sz="2800" b="0" u="none" strike="noStrike" dirty="0">
                <a:solidFill>
                  <a:schemeClr val="dk1"/>
                </a:solidFill>
                <a:effectLst/>
                <a:uFillTx/>
                <a:latin typeface="Calibri"/>
                <a:ea typeface="Microsoft YaHei"/>
              </a:rPr>
              <a:t> </a:t>
            </a:r>
            <a:endParaRPr lang="en-US" sz="2800" b="0" u="none" strike="noStrike" dirty="0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800" b="0" u="none" strike="noStrike" dirty="0">
                <a:solidFill>
                  <a:schemeClr val="dk1"/>
                </a:solidFill>
                <a:effectLst/>
                <a:uFillTx/>
                <a:latin typeface="Calibri"/>
                <a:ea typeface="Microsoft YaHei"/>
              </a:rPr>
              <a:t>Implementando a busca por chunks de produto e a camada curada sobre o RAG.</a:t>
            </a:r>
            <a:r>
              <a:rPr lang="en-US" sz="2800" b="0" u="none" strike="noStrike" dirty="0" err="1">
                <a:solidFill>
                  <a:schemeClr val="dk1"/>
                </a:solidFill>
                <a:effectLst/>
                <a:uFillTx/>
                <a:latin typeface="Calibri"/>
                <a:ea typeface="Microsoft YaHei"/>
              </a:rPr>
              <a:t/>
            </a:r>
            <a:r>
              <a:rPr lang="en-US" sz="2800" b="0" u="none" strike="noStrike" dirty="0">
                <a:solidFill>
                  <a:schemeClr val="dk1"/>
                </a:solidFill>
                <a:effectLst/>
                <a:uFillTx/>
                <a:latin typeface="Calibri"/>
                <a:ea typeface="Microsoft YaHei"/>
              </a:rPr>
              <a:t> </a:t>
            </a:r>
            <a:endParaRPr lang="en-US" sz="2800" b="0" u="none" strike="noStrike" dirty="0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69" name="Imagem 68"/>
          <p:cNvPicPr/>
          <p:nvPr/>
        </p:nvPicPr>
        <p:blipFill>
          <a:blip r:embed="rId2"/>
          <a:stretch/>
        </p:blipFill>
        <p:spPr>
          <a:xfrm>
            <a:off x="360" y="-28800"/>
            <a:ext cx="9142560" cy="16477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0" name="Title 2"/>
          <p:cNvSpPr/>
          <p:nvPr/>
        </p:nvSpPr>
        <p:spPr>
          <a:xfrm>
            <a:off x="915120" y="180000"/>
            <a:ext cx="8228160" cy="1141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4400" b="0" u="none" strike="noStrike">
                <a:solidFill>
                  <a:srgbClr val="EA7500"/>
                </a:solidFill>
                <a:effectLst/>
                <a:uFillTx/>
                <a:latin typeface="Calibri"/>
              </a:rPr>
              <a:t>Objetivo da Sprint</a:t>
            </a:r>
            <a:endParaRPr lang="pt-B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PlaceHolder 1"/>
          <p:cNvSpPr>
            <a:spLocks noGrp="1"/>
          </p:cNvSpPr>
          <p:nvPr>
            <p:ph/>
          </p:nvPr>
        </p:nvSpPr>
        <p:spPr>
          <a:xfrm>
            <a:off x="411120" y="1321560"/>
            <a:ext cx="8228160" cy="4637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 defTabSz="457200">
              <a:lnSpc>
                <a:spcPct val="100000"/>
              </a:lnSpc>
              <a:spcBef>
                <a:spcPts val="641"/>
              </a:spcBef>
              <a:buNone/>
              <a:tabLst>
                <a:tab pos="0" algn="l"/>
              </a:tabLst>
            </a:pPr>
            <a:endParaRPr lang="en-US" sz="3200" b="0" u="none" strike="noStrike" dirty="0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43080" indent="0" algn="l" defTabSz="457200">
              <a:lnSpc>
                <a:spcPct val="100000"/>
              </a:lnSpc>
              <a:spcBef>
                <a:spcPts val="641"/>
              </a:spcBef>
              <a:buNone/>
              <a:tabLst>
                <a:tab pos="0" algn="l"/>
              </a:tabLst>
            </a:pPr>
            <a:r>
              <a:rPr lang="en-US" sz="3200" b="0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>{{</a:t>
            </a:r>
            <a:r>
              <a:rPr lang="en-US" sz="3200" b="0" u="none" strike="noStrike" dirty="0" err="1">
                <a:solidFill>
                  <a:schemeClr val="dk1"/>
                </a:solidFill>
                <a:effectLst/>
                <a:uFillTx/>
                <a:latin typeface="Calibri"/>
              </a:rPr>
              <a:t>SLIDE:feito</a:t>
            </a:r>
            <a:r>
              <a:rPr lang="en-US" sz="3200" b="0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>}}</a:t>
            </a:r>
          </a:p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2600" b="1" u="none" strike="noStrike" dirty="0">
                <a:solidFill>
                  <a:schemeClr val="tx2"/>
                </a:solidFill>
                <a:effectLst/>
                <a:uFillTx/>
                <a:latin typeface="Calibri"/>
              </a:rPr>
              <a:t>{{</a:t>
            </a:r>
            <a:r>
              <a:rPr lang="en-US" sz="2600" b="1" u="none" strike="noStrike" dirty="0" err="1">
                <a:solidFill>
                  <a:schemeClr val="tx2"/>
                </a:solidFill>
                <a:effectLst/>
                <a:uFillTx/>
                <a:latin typeface="Calibri"/>
              </a:rPr>
              <a:t>feito.titulo</a:t>
            </a:r>
            <a:r>
              <a:rPr lang="en-US" sz="2600" b="1" u="none" strike="noStrike" dirty="0">
                <a:solidFill>
                  <a:schemeClr val="tx2"/>
                </a:solidFill>
                <a:effectLst/>
                <a:uFillTx/>
                <a:latin typeface="Calibri"/>
              </a:rPr>
              <a:t>}}</a:t>
            </a:r>
          </a:p>
          <a:p>
            <a:pPr marL="540000"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SzPct val="45000"/>
              <a:tabLst>
                <a:tab pos="0" algn="l"/>
              </a:tabLst>
            </a:pPr>
            <a:r>
              <a:rPr lang="en-US" sz="2600" b="1" u="none" strike="noStrike" dirty="0" err="1">
                <a:solidFill>
                  <a:schemeClr val="dk1"/>
                </a:solidFill>
                <a:effectLst/>
                <a:uFillTx/>
                <a:latin typeface="Calibri"/>
                <a:ea typeface="Microsoft YaHei"/>
              </a:rPr>
              <a:t>Requisitos</a:t>
            </a:r>
            <a:r>
              <a:rPr lang="en-US" sz="2600" b="1" u="none" strike="noStrike" dirty="0">
                <a:solidFill>
                  <a:schemeClr val="dk1"/>
                </a:solidFill>
                <a:effectLst/>
                <a:uFillTx/>
                <a:latin typeface="Calibri"/>
                <a:ea typeface="Microsoft YaHei"/>
              </a:rPr>
              <a:t> </a:t>
            </a:r>
            <a:r>
              <a:rPr lang="en-US" sz="2600" b="1" u="none" strike="noStrike" dirty="0" err="1">
                <a:solidFill>
                  <a:schemeClr val="dk1"/>
                </a:solidFill>
                <a:effectLst/>
                <a:uFillTx/>
                <a:latin typeface="Calibri"/>
                <a:ea typeface="Microsoft YaHei"/>
              </a:rPr>
              <a:t>envolvidos</a:t>
            </a:r>
            <a:r>
              <a:rPr lang="en-US" sz="2600" b="0" u="none" strike="noStrike" dirty="0">
                <a:solidFill>
                  <a:schemeClr val="dk1"/>
                </a:solidFill>
                <a:effectLst/>
                <a:uFillTx/>
                <a:latin typeface="Calibri"/>
                <a:ea typeface="Microsoft YaHei"/>
              </a:rPr>
              <a:t>: {{</a:t>
            </a:r>
            <a:r>
              <a:rPr lang="en-US" sz="2600" b="0" u="none" strike="noStrike" dirty="0" err="1">
                <a:solidFill>
                  <a:schemeClr val="dk1"/>
                </a:solidFill>
                <a:effectLst/>
                <a:uFillTx/>
                <a:latin typeface="Calibri"/>
                <a:ea typeface="Microsoft YaHei"/>
              </a:rPr>
              <a:t>feito</a:t>
            </a:r>
            <a:r>
              <a:rPr lang="en-US" sz="2600" dirty="0" err="1">
                <a:solidFill>
                  <a:schemeClr val="dk1"/>
                </a:solidFill>
                <a:latin typeface="Calibri"/>
                <a:ea typeface="Microsoft YaHei"/>
              </a:rPr>
              <a:t>.req</a:t>
            </a:r>
            <a:r>
              <a:rPr lang="en-US" sz="2600" b="0" u="none" strike="noStrike" dirty="0">
                <a:solidFill>
                  <a:schemeClr val="dk1"/>
                </a:solidFill>
                <a:effectLst/>
                <a:uFillTx/>
                <a:latin typeface="Calibri"/>
                <a:ea typeface="Microsoft YaHei"/>
              </a:rPr>
              <a:t>}}</a:t>
            </a:r>
          </a:p>
          <a:p>
            <a:pPr marL="540000"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SzPct val="45000"/>
              <a:tabLst>
                <a:tab pos="0" algn="l"/>
              </a:tabLst>
            </a:pPr>
            <a:endParaRPr lang="en-US" sz="1100" dirty="0">
              <a:solidFill>
                <a:schemeClr val="dk1"/>
              </a:solidFill>
              <a:latin typeface="Calibri"/>
              <a:ea typeface="Microsoft YaHei"/>
            </a:endParaRPr>
          </a:p>
          <a:p>
            <a:pPr marL="540000"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SzPct val="45000"/>
              <a:tabLst>
                <a:tab pos="0" algn="l"/>
              </a:tabLst>
            </a:pPr>
            <a:r>
              <a:rPr lang="en-US" sz="2600" b="1" dirty="0" err="1">
                <a:solidFill>
                  <a:schemeClr val="dk1"/>
                </a:solidFill>
                <a:latin typeface="Calibri"/>
                <a:ea typeface="Microsoft YaHei"/>
              </a:rPr>
              <a:t>Porcentagem</a:t>
            </a:r>
            <a:r>
              <a:rPr lang="en-US" sz="2600" b="1" dirty="0">
                <a:solidFill>
                  <a:schemeClr val="dk1"/>
                </a:solidFill>
                <a:latin typeface="Calibri"/>
                <a:ea typeface="Microsoft YaHei"/>
              </a:rPr>
              <a:t> de </a:t>
            </a:r>
            <a:r>
              <a:rPr lang="en-US" sz="2600" b="1" dirty="0" err="1">
                <a:solidFill>
                  <a:schemeClr val="dk1"/>
                </a:solidFill>
                <a:latin typeface="Calibri"/>
                <a:ea typeface="Microsoft YaHei"/>
              </a:rPr>
              <a:t>cobertura</a:t>
            </a:r>
            <a:r>
              <a:rPr lang="en-US" sz="2600" b="1" dirty="0">
                <a:solidFill>
                  <a:schemeClr val="dk1"/>
                </a:solidFill>
                <a:latin typeface="Calibri"/>
                <a:ea typeface="Microsoft YaHei"/>
              </a:rPr>
              <a:t> </a:t>
            </a:r>
            <a:r>
              <a:rPr lang="en-US" sz="2600" b="1" dirty="0" err="1">
                <a:solidFill>
                  <a:schemeClr val="dk1"/>
                </a:solidFill>
                <a:latin typeface="Calibri"/>
                <a:ea typeface="Microsoft YaHei"/>
              </a:rPr>
              <a:t>por</a:t>
            </a:r>
            <a:r>
              <a:rPr lang="en-US" sz="2600" b="1" dirty="0">
                <a:solidFill>
                  <a:schemeClr val="dk1"/>
                </a:solidFill>
                <a:latin typeface="Calibri"/>
                <a:ea typeface="Microsoft YaHei"/>
              </a:rPr>
              <a:t> </a:t>
            </a:r>
            <a:r>
              <a:rPr lang="en-US" sz="2600" b="1" dirty="0" err="1">
                <a:solidFill>
                  <a:schemeClr val="dk1"/>
                </a:solidFill>
                <a:latin typeface="Calibri"/>
                <a:ea typeface="Microsoft YaHei"/>
              </a:rPr>
              <a:t>requisito</a:t>
            </a:r>
            <a:r>
              <a:rPr lang="en-US" sz="2600" dirty="0">
                <a:solidFill>
                  <a:schemeClr val="dk1"/>
                </a:solidFill>
                <a:latin typeface="Calibri"/>
                <a:ea typeface="Microsoft YaHei"/>
              </a:rPr>
              <a:t>:</a:t>
            </a:r>
            <a:endParaRPr lang="en-US" sz="2600" b="0" u="none" strike="noStrike" dirty="0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864000" lvl="1" indent="-32400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2600" b="0" u="none" strike="noStrike" dirty="0">
                <a:solidFill>
                  <a:schemeClr val="dk1"/>
                </a:solidFill>
                <a:effectLst/>
                <a:uFillTx/>
                <a:latin typeface="Calibri"/>
                <a:ea typeface="Microsoft YaHei"/>
              </a:rPr>
              <a:t>{{</a:t>
            </a:r>
            <a:r>
              <a:rPr lang="en-US" sz="2600" b="0" u="none" strike="noStrike" dirty="0" err="1">
                <a:solidFill>
                  <a:schemeClr val="dk1"/>
                </a:solidFill>
                <a:effectLst/>
                <a:uFillTx/>
                <a:latin typeface="Calibri"/>
                <a:ea typeface="Microsoft YaHei"/>
              </a:rPr>
              <a:t>feito</a:t>
            </a:r>
            <a:r>
              <a:rPr lang="en-US" sz="2600" dirty="0" err="1">
                <a:solidFill>
                  <a:schemeClr val="dk1"/>
                </a:solidFill>
                <a:latin typeface="Calibri"/>
                <a:ea typeface="Microsoft YaHei"/>
              </a:rPr>
              <a:t>.</a:t>
            </a:r>
            <a:r>
              <a:rPr lang="en-US" sz="2600" b="0" u="none" strike="noStrike" dirty="0" err="1">
                <a:solidFill>
                  <a:schemeClr val="dk1"/>
                </a:solidFill>
                <a:effectLst/>
                <a:uFillTx/>
                <a:latin typeface="Calibri"/>
                <a:ea typeface="Microsoft YaHei"/>
              </a:rPr>
              <a:t>cobertura_req</a:t>
            </a:r>
            <a:r>
              <a:rPr lang="en-US" sz="2600" b="0" u="none" strike="noStrike" dirty="0">
                <a:solidFill>
                  <a:schemeClr val="dk1"/>
                </a:solidFill>
                <a:effectLst/>
                <a:uFillTx/>
                <a:latin typeface="Calibri"/>
                <a:ea typeface="Microsoft YaHei"/>
              </a:rPr>
              <a:t>}}</a:t>
            </a:r>
            <a:endParaRPr lang="en-US" sz="2600" b="0" u="none" strike="noStrike" dirty="0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72" name="Imagem 71"/>
          <p:cNvPicPr/>
          <p:nvPr/>
        </p:nvPicPr>
        <p:blipFill>
          <a:blip r:embed="rId2"/>
          <a:stretch/>
        </p:blipFill>
        <p:spPr>
          <a:xfrm>
            <a:off x="720" y="-28800"/>
            <a:ext cx="9142560" cy="16477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3" name="Title 3"/>
          <p:cNvSpPr/>
          <p:nvPr/>
        </p:nvSpPr>
        <p:spPr>
          <a:xfrm>
            <a:off x="915480" y="180000"/>
            <a:ext cx="8228160" cy="1141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4400" b="0" u="none" strike="noStrike">
                <a:solidFill>
                  <a:srgbClr val="EA7500"/>
                </a:solidFill>
                <a:effectLst/>
                <a:uFillTx/>
                <a:latin typeface="Calibri"/>
              </a:rPr>
              <a:t>Realizações da Sprint</a:t>
            </a:r>
            <a:endParaRPr lang="pt-B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14C28B-5E15-33C1-CEA6-6C65A20D80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PlaceHolder 1">
            <a:extLst>
              <a:ext uri="{FF2B5EF4-FFF2-40B4-BE49-F238E27FC236}">
                <a16:creationId xmlns:a16="http://schemas.microsoft.com/office/drawing/2014/main" id="{D3379948-67E2-0B77-A34C-D977D0B3DB00}"/>
              </a:ext>
            </a:extLst>
          </p:cNvPr>
          <p:cNvSpPr>
            <a:spLocks noGrp="1"/>
          </p:cNvSpPr>
          <p:nvPr>
            <p:ph/>
          </p:nvPr>
        </p:nvSpPr>
        <p:spPr>
          <a:xfrm>
            <a:off x="457919" y="1618920"/>
            <a:ext cx="8685361" cy="50590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SzPct val="45000"/>
              <a:tabLst>
                <a:tab pos="0" algn="l"/>
              </a:tabLst>
            </a:pPr>
            <a:r>
              <a:rPr lang="en-US" sz="2500" b="1" u="none" strike="noStrike" dirty="0" err="1">
                <a:solidFill>
                  <a:schemeClr val="tx2"/>
                </a:solidFill>
                <a:effectLst/>
                <a:uFillTx/>
                <a:latin typeface="Calibri"/>
              </a:rPr>
              <a:t>Cobertura</a:t>
            </a:r>
            <a:r>
              <a:rPr lang="en-US" sz="2500" b="1" u="none" strike="noStrike" dirty="0">
                <a:solidFill>
                  <a:schemeClr val="tx2"/>
                </a:solidFill>
                <a:effectLst/>
                <a:uFillTx/>
                <a:latin typeface="Calibri"/>
              </a:rPr>
              <a:t> do sprint</a:t>
            </a:r>
            <a:r>
              <a:rPr lang="en-US" sz="2500" b="1" dirty="0">
                <a:solidFill>
                  <a:schemeClr val="tx2"/>
                </a:solidFill>
              </a:rPr>
              <a:t>:</a:t>
            </a:r>
          </a:p>
          <a:p>
            <a:pPr marL="864000" lvl="1" indent="-324000" algn="l" defTabSz="457200">
              <a:spcBef>
                <a:spcPts val="561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2400" b="1" dirty="0">
                <a:solidFill>
                  <a:schemeClr val="dk1"/>
                </a:solidFill>
                <a:latin typeface="Calibri"/>
                <a:ea typeface="Microsoft YaHei"/>
              </a:rPr>
              <a:t>Anterior à esse sprint</a:t>
            </a:r>
            <a:r>
              <a:rPr lang="en-US" sz="2400" dirty="0">
                <a:solidFill>
                  <a:schemeClr val="dk1"/>
                </a:solidFill>
                <a:latin typeface="Calibri"/>
                <a:ea typeface="Microsoft YaHei"/>
              </a:rPr>
              <a:t>: ~22%</a:t>
            </a:r>
            <a:r>
              <a:rPr lang="en-US" sz="2400" dirty="0" err="1">
                <a:solidFill>
                  <a:schemeClr val="dk1"/>
                </a:solidFill>
                <a:latin typeface="Calibri"/>
                <a:ea typeface="Microsoft YaHei"/>
              </a:rPr>
              <a:t/>
            </a:r>
            <a:r>
              <a:rPr lang="en-US" sz="2400" dirty="0">
                <a:solidFill>
                  <a:schemeClr val="dk1"/>
                </a:solidFill>
                <a:latin typeface="Calibri"/>
                <a:ea typeface="Microsoft YaHei"/>
              </a:rPr>
              <a:t/>
            </a:r>
          </a:p>
          <a:p>
            <a:pPr marL="864000" lvl="1" indent="-324000" algn="l" defTabSz="457200">
              <a:spcBef>
                <a:spcPts val="561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2400" b="1" dirty="0" err="1">
                <a:solidFill>
                  <a:schemeClr val="dk1"/>
                </a:solidFill>
                <a:latin typeface="Calibri"/>
                <a:ea typeface="Microsoft YaHei"/>
              </a:rPr>
              <a:t>Após</a:t>
            </a:r>
            <a:r>
              <a:rPr lang="en-US" sz="2400" b="1" dirty="0">
                <a:solidFill>
                  <a:schemeClr val="dk1"/>
                </a:solidFill>
                <a:latin typeface="Calibri"/>
                <a:ea typeface="Microsoft YaHei"/>
              </a:rPr>
              <a:t> esse sprint</a:t>
            </a:r>
            <a:r>
              <a:rPr lang="en-US" sz="2400" dirty="0">
                <a:solidFill>
                  <a:schemeClr val="dk1"/>
                </a:solidFill>
                <a:latin typeface="Calibri"/>
                <a:ea typeface="Microsoft YaHei"/>
              </a:rPr>
              <a:t>: ~34%</a:t>
            </a:r>
            <a:r>
              <a:rPr lang="en-US" sz="2400" dirty="0" err="1">
                <a:solidFill>
                  <a:schemeClr val="dk1"/>
                </a:solidFill>
                <a:latin typeface="Calibri"/>
                <a:ea typeface="Microsoft YaHei"/>
              </a:rPr>
              <a:t/>
            </a:r>
            <a:r>
              <a:rPr lang="en-US" sz="2400" dirty="0">
                <a:solidFill>
                  <a:schemeClr val="dk1"/>
                </a:solidFill>
                <a:latin typeface="Calibri"/>
                <a:ea typeface="Microsoft YaHei"/>
              </a:rPr>
              <a:t/>
            </a:r>
          </a:p>
          <a:p>
            <a:pPr marL="864000" lvl="1" indent="-324000" algn="l" defTabSz="457200">
              <a:spcBef>
                <a:spcPts val="561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2400" b="1" dirty="0" err="1">
                <a:solidFill>
                  <a:schemeClr val="dk1"/>
                </a:solidFill>
                <a:latin typeface="Calibri"/>
                <a:ea typeface="Microsoft YaHei"/>
              </a:rPr>
              <a:t>Diferença</a:t>
            </a:r>
            <a:r>
              <a:rPr lang="en-US" sz="2400" dirty="0">
                <a:solidFill>
                  <a:schemeClr val="dk1"/>
                </a:solidFill>
                <a:latin typeface="Calibri"/>
                <a:ea typeface="Microsoft YaHei"/>
              </a:rPr>
              <a:t>: +12</a:t>
            </a:r>
            <a:r>
              <a:rPr lang="en-US" sz="2400" dirty="0" err="1">
                <a:solidFill>
                  <a:schemeClr val="dk1"/>
                </a:solidFill>
                <a:latin typeface="Calibri"/>
                <a:ea typeface="Microsoft YaHei"/>
              </a:rPr>
              <a:t/>
            </a:r>
            <a:r>
              <a:rPr lang="en-US" sz="2400" err="1">
                <a:solidFill>
                  <a:schemeClr val="dk1"/>
                </a:solidFill>
                <a:latin typeface="Calibri"/>
                <a:ea typeface="Microsoft YaHei"/>
              </a:rPr>
              <a:t/>
            </a:r>
            <a:r>
              <a:rPr lang="en-US" sz="2400">
                <a:solidFill>
                  <a:schemeClr val="dk1"/>
                </a:solidFill>
                <a:latin typeface="Calibri"/>
                <a:ea typeface="Microsoft YaHei"/>
              </a:rPr>
              <a:t/>
            </a:r>
            <a:r>
              <a:rPr lang="en-US" sz="2400" dirty="0" err="1">
                <a:solidFill>
                  <a:schemeClr val="dk1"/>
                </a:solidFill>
                <a:latin typeface="Calibri"/>
                <a:ea typeface="Microsoft YaHei"/>
              </a:rPr>
              <a:t/>
            </a:r>
            <a:r>
              <a:rPr lang="en-US" sz="2400" dirty="0">
                <a:solidFill>
                  <a:schemeClr val="dk1"/>
                </a:solidFill>
                <a:latin typeface="Calibri"/>
                <a:ea typeface="Microsoft YaHei"/>
              </a:rPr>
              <a:t/>
            </a:r>
          </a:p>
          <a:p>
            <a:pPr marL="343080" indent="-343080" algn="l">
              <a:spcBef>
                <a:spcPts val="641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500" b="1" u="none" strike="noStrike" dirty="0" err="1">
                <a:solidFill>
                  <a:schemeClr val="tx2"/>
                </a:solidFill>
                <a:effectLst/>
                <a:uFillTx/>
                <a:latin typeface="Calibri"/>
                <a:ea typeface="Microsoft YaHei"/>
              </a:rPr>
              <a:t>Avanço</a:t>
            </a:r>
            <a:r>
              <a:rPr lang="en-US" sz="2500" b="1" u="none" strike="noStrike" dirty="0">
                <a:solidFill>
                  <a:schemeClr val="tx2"/>
                </a:solidFill>
                <a:effectLst/>
                <a:uFillTx/>
                <a:latin typeface="Calibri"/>
                <a:ea typeface="Microsoft YaHei"/>
              </a:rPr>
              <a:t> de </a:t>
            </a:r>
            <a:r>
              <a:rPr lang="en-US" sz="2500" b="1" u="none" strike="noStrike" dirty="0" err="1">
                <a:solidFill>
                  <a:schemeClr val="tx2"/>
                </a:solidFill>
                <a:effectLst/>
                <a:uFillTx/>
                <a:latin typeface="Calibri"/>
                <a:ea typeface="Microsoft YaHei"/>
              </a:rPr>
              <a:t>Requisitos</a:t>
            </a:r>
            <a:r>
              <a:rPr lang="en-US" sz="2500" b="1" u="none" strike="noStrike" dirty="0">
                <a:solidFill>
                  <a:schemeClr val="tx2"/>
                </a:solidFill>
                <a:effectLst/>
                <a:uFillTx/>
                <a:latin typeface="Calibri"/>
                <a:ea typeface="Microsoft YaHei"/>
              </a:rPr>
              <a:t>: </a:t>
            </a:r>
          </a:p>
          <a:p>
            <a:pPr marL="864000" lvl="1" indent="-324000" algn="l" defTabSz="457200">
              <a:spcBef>
                <a:spcPts val="561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2400" b="1" dirty="0">
                <a:solidFill>
                  <a:schemeClr val="dk1"/>
                </a:solidFill>
                <a:latin typeface="Calibri"/>
                <a:ea typeface="Microsoft YaHei"/>
              </a:rPr>
              <a:t>Total de </a:t>
            </a:r>
            <a:r>
              <a:rPr lang="en-US" sz="2400" b="1" dirty="0" err="1">
                <a:solidFill>
                  <a:schemeClr val="dk1"/>
                </a:solidFill>
                <a:latin typeface="Calibri"/>
                <a:ea typeface="Microsoft YaHei"/>
              </a:rPr>
              <a:t>requisitos</a:t>
            </a:r>
            <a:r>
              <a:rPr lang="en-US" sz="2400" b="1" dirty="0">
                <a:solidFill>
                  <a:schemeClr val="dk1"/>
                </a:solidFill>
                <a:latin typeface="Calibri"/>
                <a:ea typeface="Microsoft YaHei"/>
              </a:rPr>
              <a:t> </a:t>
            </a:r>
            <a:r>
              <a:rPr lang="en-US" sz="2400" b="1" dirty="0" err="1">
                <a:solidFill>
                  <a:schemeClr val="dk1"/>
                </a:solidFill>
                <a:latin typeface="Calibri"/>
                <a:ea typeface="Microsoft YaHei"/>
              </a:rPr>
              <a:t>avançados</a:t>
            </a:r>
            <a:r>
              <a:rPr lang="en-US" sz="2400" dirty="0">
                <a:solidFill>
                  <a:schemeClr val="dk1"/>
                </a:solidFill>
                <a:latin typeface="Calibri"/>
                <a:ea typeface="Microsoft YaHei"/>
              </a:rPr>
              <a:t>: 5</a:t>
            </a:r>
            <a:r>
              <a:rPr lang="en-US" sz="2400" dirty="0" err="1">
                <a:solidFill>
                  <a:schemeClr val="dk1"/>
                </a:solidFill>
                <a:latin typeface="Calibri"/>
                <a:ea typeface="Microsoft YaHei"/>
              </a:rPr>
              <a:t/>
            </a:r>
            <a:r>
              <a:rPr lang="en-US" sz="2400" dirty="0">
                <a:solidFill>
                  <a:schemeClr val="dk1"/>
                </a:solidFill>
                <a:latin typeface="Calibri"/>
                <a:ea typeface="Microsoft YaHei"/>
              </a:rPr>
              <a:t/>
            </a:r>
          </a:p>
          <a:p>
            <a:pPr marL="864000" lvl="1" indent="-324000" algn="l" defTabSz="457200">
              <a:spcBef>
                <a:spcPts val="561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2400" b="1" dirty="0">
                <a:solidFill>
                  <a:schemeClr val="dk1"/>
                </a:solidFill>
                <a:latin typeface="Calibri"/>
                <a:ea typeface="Microsoft YaHei"/>
              </a:rPr>
              <a:t>Total de </a:t>
            </a:r>
            <a:r>
              <a:rPr lang="en-US" sz="2400" b="1" dirty="0" err="1">
                <a:solidFill>
                  <a:schemeClr val="dk1"/>
                </a:solidFill>
                <a:latin typeface="Calibri"/>
                <a:ea typeface="Microsoft YaHei"/>
              </a:rPr>
              <a:t>requisitos</a:t>
            </a:r>
            <a:r>
              <a:rPr lang="en-US" sz="2400" b="1" dirty="0">
                <a:solidFill>
                  <a:schemeClr val="dk1"/>
                </a:solidFill>
                <a:latin typeface="Calibri"/>
                <a:ea typeface="Microsoft YaHei"/>
              </a:rPr>
              <a:t> </a:t>
            </a:r>
            <a:r>
              <a:rPr lang="en-US" sz="2400" b="1" dirty="0" err="1">
                <a:solidFill>
                  <a:schemeClr val="dk1"/>
                </a:solidFill>
                <a:latin typeface="Calibri"/>
                <a:ea typeface="Microsoft YaHei"/>
              </a:rPr>
              <a:t>iniciados</a:t>
            </a:r>
            <a:r>
              <a:rPr lang="en-US" sz="2400" dirty="0">
                <a:solidFill>
                  <a:schemeClr val="dk1"/>
                </a:solidFill>
                <a:latin typeface="Calibri"/>
                <a:ea typeface="Microsoft YaHei"/>
              </a:rPr>
              <a:t>: 3</a:t>
            </a:r>
            <a:r>
              <a:rPr lang="en-US" sz="2400" dirty="0" err="1">
                <a:solidFill>
                  <a:schemeClr val="dk1"/>
                </a:solidFill>
                <a:latin typeface="Calibri"/>
                <a:ea typeface="Microsoft YaHei"/>
              </a:rPr>
              <a:t/>
            </a:r>
            <a:r>
              <a:rPr lang="en-US" sz="2400" dirty="0">
                <a:solidFill>
                  <a:schemeClr val="dk1"/>
                </a:solidFill>
                <a:latin typeface="Calibri"/>
                <a:ea typeface="Microsoft YaHei"/>
              </a:rPr>
              <a:t/>
            </a:r>
          </a:p>
          <a:p>
            <a:pPr marL="864000" lvl="1" indent="-324000" algn="l" defTabSz="457200">
              <a:spcBef>
                <a:spcPts val="561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endParaRPr lang="en-US" sz="2600" dirty="0">
              <a:solidFill>
                <a:schemeClr val="dk1"/>
              </a:solidFill>
              <a:latin typeface="Calibri"/>
              <a:ea typeface="Microsoft YaHei"/>
            </a:endParaRPr>
          </a:p>
        </p:txBody>
      </p:sp>
      <p:pic>
        <p:nvPicPr>
          <p:cNvPr id="72" name="Imagem 71">
            <a:extLst>
              <a:ext uri="{FF2B5EF4-FFF2-40B4-BE49-F238E27FC236}">
                <a16:creationId xmlns:a16="http://schemas.microsoft.com/office/drawing/2014/main" id="{BF3D210A-FD0E-6D5A-2611-8E55A48071B6}"/>
              </a:ext>
            </a:extLst>
          </p:cNvPr>
          <p:cNvPicPr/>
          <p:nvPr/>
        </p:nvPicPr>
        <p:blipFill>
          <a:blip r:embed="rId2"/>
          <a:stretch/>
        </p:blipFill>
        <p:spPr>
          <a:xfrm>
            <a:off x="720" y="-28800"/>
            <a:ext cx="9142560" cy="16477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3" name="Title 3">
            <a:extLst>
              <a:ext uri="{FF2B5EF4-FFF2-40B4-BE49-F238E27FC236}">
                <a16:creationId xmlns:a16="http://schemas.microsoft.com/office/drawing/2014/main" id="{C0C8C7D4-F9F0-D549-E869-DD346D086A8F}"/>
              </a:ext>
            </a:extLst>
          </p:cNvPr>
          <p:cNvSpPr/>
          <p:nvPr/>
        </p:nvSpPr>
        <p:spPr>
          <a:xfrm>
            <a:off x="915480" y="180000"/>
            <a:ext cx="8228160" cy="1141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4400" b="0" u="none" strike="noStrike" dirty="0" err="1">
                <a:solidFill>
                  <a:srgbClr val="EA7500"/>
                </a:solidFill>
                <a:effectLst/>
                <a:uFillTx/>
                <a:latin typeface="Calibri"/>
              </a:rPr>
              <a:t>Cobertura</a:t>
            </a:r>
            <a:r>
              <a:rPr lang="en-US" sz="4400" b="0" u="none" strike="noStrike" dirty="0">
                <a:solidFill>
                  <a:srgbClr val="EA7500"/>
                </a:solidFill>
                <a:effectLst/>
                <a:uFillTx/>
                <a:latin typeface="Calibri"/>
              </a:rPr>
              <a:t> da Sprint</a:t>
            </a:r>
            <a:endParaRPr lang="pt-BR" sz="4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05717918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FB98D9-C285-B8FA-C00A-45C2E2F4E5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2" name="Imagem 71">
            <a:extLst>
              <a:ext uri="{FF2B5EF4-FFF2-40B4-BE49-F238E27FC236}">
                <a16:creationId xmlns:a16="http://schemas.microsoft.com/office/drawing/2014/main" id="{D7EB8217-4646-CFB8-CB0D-BF2058F75E4A}"/>
              </a:ext>
            </a:extLst>
          </p:cNvPr>
          <p:cNvPicPr/>
          <p:nvPr/>
        </p:nvPicPr>
        <p:blipFill>
          <a:blip r:embed="rId2"/>
          <a:stretch/>
        </p:blipFill>
        <p:spPr>
          <a:xfrm>
            <a:off x="720" y="-28800"/>
            <a:ext cx="9142560" cy="16477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3" name="Title 3">
            <a:extLst>
              <a:ext uri="{FF2B5EF4-FFF2-40B4-BE49-F238E27FC236}">
                <a16:creationId xmlns:a16="http://schemas.microsoft.com/office/drawing/2014/main" id="{62B8FAD1-9B65-A1E2-1291-3887854C0897}"/>
              </a:ext>
            </a:extLst>
          </p:cNvPr>
          <p:cNvSpPr/>
          <p:nvPr/>
        </p:nvSpPr>
        <p:spPr>
          <a:xfrm>
            <a:off x="1903750" y="180000"/>
            <a:ext cx="7239889" cy="1141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4400" b="0" u="none" strike="noStrike" dirty="0" err="1">
                <a:solidFill>
                  <a:srgbClr val="EA7500"/>
                </a:solidFill>
                <a:effectLst/>
                <a:uFillTx/>
                <a:latin typeface="Calibri"/>
              </a:rPr>
              <a:t>Evolução</a:t>
            </a:r>
            <a:r>
              <a:rPr lang="en-US" sz="4400" b="0" u="none" strike="noStrike" dirty="0">
                <a:solidFill>
                  <a:srgbClr val="EA7500"/>
                </a:solidFill>
                <a:effectLst/>
                <a:uFillTx/>
                <a:latin typeface="Calibri"/>
              </a:rPr>
              <a:t> de </a:t>
            </a:r>
            <a:r>
              <a:rPr lang="en-US" sz="4400" b="0" u="none" strike="noStrike" dirty="0" err="1">
                <a:solidFill>
                  <a:srgbClr val="EA7500"/>
                </a:solidFill>
                <a:effectLst/>
                <a:uFillTx/>
                <a:latin typeface="Calibri"/>
              </a:rPr>
              <a:t>desenvolvimento</a:t>
            </a:r>
            <a:endParaRPr lang="en-US" sz="4400" b="0" u="none" strike="noStrike" dirty="0">
              <a:solidFill>
                <a:srgbClr val="EA7500"/>
              </a:solidFill>
              <a:effectLst/>
              <a:uFillTx/>
              <a:latin typeface="Calibri"/>
            </a:endParaRPr>
          </a:p>
          <a:p>
            <a:pPr algn="ctr" defTabSz="457200">
              <a:lnSpc>
                <a:spcPct val="100000"/>
              </a:lnSpc>
            </a:pPr>
            <a:r>
              <a:rPr lang="en-US" sz="4400" b="0" u="none" strike="noStrike" dirty="0" err="1">
                <a:solidFill>
                  <a:srgbClr val="EA7500"/>
                </a:solidFill>
                <a:effectLst/>
                <a:uFillTx/>
                <a:latin typeface="Calibri"/>
              </a:rPr>
              <a:t>por</a:t>
            </a:r>
            <a:r>
              <a:rPr lang="en-US" sz="4400" b="0" u="none" strike="noStrike" dirty="0">
                <a:solidFill>
                  <a:srgbClr val="EA7500"/>
                </a:solidFill>
                <a:effectLst/>
                <a:uFillTx/>
                <a:latin typeface="Calibri"/>
              </a:rPr>
              <a:t> </a:t>
            </a:r>
            <a:r>
              <a:rPr lang="en-US" sz="4400" b="0" u="none" strike="noStrike" dirty="0" err="1">
                <a:solidFill>
                  <a:srgbClr val="EA7500"/>
                </a:solidFill>
                <a:effectLst/>
                <a:uFillTx/>
                <a:latin typeface="Calibri"/>
              </a:rPr>
              <a:t>requisito</a:t>
            </a:r>
            <a:endParaRPr lang="pt-BR" sz="4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74" name="Picture 73" descr="grafico_cobertura_ponderada_sprint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919" y="1618920"/>
            <a:ext cx="8685361" cy="50590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0104235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PlaceHolder 1"/>
          <p:cNvSpPr>
            <a:spLocks noGrp="1"/>
          </p:cNvSpPr>
          <p:nvPr>
            <p:ph/>
          </p:nvPr>
        </p:nvSpPr>
        <p:spPr>
          <a:xfrm>
            <a:off x="457200" y="1618920"/>
            <a:ext cx="8228160" cy="50590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 defTabSz="457200">
              <a:lnSpc>
                <a:spcPct val="100000"/>
              </a:lnSpc>
              <a:spcBef>
                <a:spcPts val="641"/>
              </a:spcBef>
              <a:buNone/>
              <a:tabLst>
                <a:tab pos="0" algn="l"/>
              </a:tabLst>
            </a:pPr>
            <a:r>
              <a:rPr sz="2800" dirty="0"/>
              <a:t>{{</a:t>
            </a:r>
            <a:r>
              <a:rPr sz="2800" dirty="0" err="1"/>
              <a:t>SLIDE:riscos_e_impedimentos</a:t>
            </a:r>
            <a:r>
              <a:rPr sz="2800" dirty="0"/>
              <a:t>}}</a:t>
            </a:r>
            <a:endParaRPr lang="en-US" sz="2800" b="0" u="none" strike="noStrike" dirty="0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457200" indent="-457200" algn="l">
              <a:spcBef>
                <a:spcPts val="641"/>
              </a:spcBef>
              <a:buClr>
                <a:srgbClr val="000000"/>
              </a:buClr>
              <a:buFont typeface="+mj-lt"/>
              <a:buAutoNum type="arabicPeriod"/>
            </a:pPr>
            <a:r>
              <a:rPr lang="en-US" sz="2200" b="1" u="none" strike="noStrike" dirty="0">
                <a:solidFill>
                  <a:schemeClr val="tx2"/>
                </a:solidFill>
                <a:effectLst/>
                <a:uFillTx/>
                <a:latin typeface="Calibri"/>
              </a:rPr>
              <a:t>{{</a:t>
            </a:r>
            <a:r>
              <a:rPr lang="pt-BR" sz="2200" b="1" dirty="0" err="1">
                <a:solidFill>
                  <a:schemeClr val="tx2"/>
                </a:solidFill>
              </a:rPr>
              <a:t>riscos_e_impedimentos.nome</a:t>
            </a:r>
            <a:r>
              <a:rPr lang="en-US" sz="2200" b="1" u="none" strike="noStrike" dirty="0">
                <a:solidFill>
                  <a:schemeClr val="tx2"/>
                </a:solidFill>
                <a:effectLst/>
                <a:uFillTx/>
                <a:latin typeface="Calibri"/>
              </a:rPr>
              <a:t>}}</a:t>
            </a:r>
          </a:p>
          <a:p>
            <a:pPr marL="864000" lvl="1" indent="-324000" algn="l" defTabSz="457200">
              <a:spcBef>
                <a:spcPts val="561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2200" b="1" dirty="0" err="1">
                <a:solidFill>
                  <a:schemeClr val="dk1"/>
                </a:solidFill>
                <a:latin typeface="Calibri"/>
                <a:ea typeface="Microsoft YaHei"/>
              </a:rPr>
              <a:t>Severidade</a:t>
            </a:r>
            <a:r>
              <a:rPr lang="en-US" sz="2200" dirty="0">
                <a:solidFill>
                  <a:schemeClr val="dk1"/>
                </a:solidFill>
                <a:latin typeface="Calibri"/>
                <a:ea typeface="Microsoft YaHei"/>
              </a:rPr>
              <a:t>: {{</a:t>
            </a:r>
            <a:r>
              <a:rPr lang="pt-BR" sz="2200" dirty="0" err="1">
                <a:solidFill>
                  <a:schemeClr val="dk1"/>
                </a:solidFill>
                <a:latin typeface="Calibri"/>
                <a:ea typeface="Microsoft YaHei"/>
              </a:rPr>
              <a:t>riscos_e_impedimentos.tipo</a:t>
            </a:r>
            <a:r>
              <a:rPr lang="en-US" sz="2200" dirty="0">
                <a:solidFill>
                  <a:schemeClr val="dk1"/>
                </a:solidFill>
                <a:latin typeface="Calibri"/>
                <a:ea typeface="Microsoft YaHei"/>
              </a:rPr>
              <a:t>}}</a:t>
            </a:r>
          </a:p>
          <a:p>
            <a:pPr marL="864000" lvl="1" indent="-324000" algn="l" defTabSz="457200">
              <a:spcBef>
                <a:spcPts val="561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2200" b="1" dirty="0" err="1">
                <a:solidFill>
                  <a:schemeClr val="dk1"/>
                </a:solidFill>
                <a:latin typeface="Calibri"/>
                <a:ea typeface="Microsoft YaHei"/>
              </a:rPr>
              <a:t>Motivo</a:t>
            </a:r>
            <a:r>
              <a:rPr lang="en-US" sz="2200" dirty="0">
                <a:solidFill>
                  <a:schemeClr val="dk1"/>
                </a:solidFill>
                <a:latin typeface="Calibri"/>
                <a:ea typeface="Microsoft YaHei"/>
              </a:rPr>
              <a:t>: {{</a:t>
            </a:r>
            <a:r>
              <a:rPr lang="pt-BR" sz="2200" dirty="0" err="1">
                <a:solidFill>
                  <a:schemeClr val="dk1"/>
                </a:solidFill>
                <a:latin typeface="Calibri"/>
                <a:ea typeface="Microsoft YaHei"/>
              </a:rPr>
              <a:t>riscos_e_impedimentos.motivo</a:t>
            </a:r>
            <a:r>
              <a:rPr lang="en-US" sz="2200" dirty="0">
                <a:solidFill>
                  <a:schemeClr val="dk1"/>
                </a:solidFill>
                <a:latin typeface="Calibri"/>
                <a:ea typeface="Microsoft YaHei"/>
              </a:rPr>
              <a:t>}}</a:t>
            </a:r>
          </a:p>
          <a:p>
            <a:pPr marL="864000" lvl="1" indent="-324000" algn="l" defTabSz="457200">
              <a:spcBef>
                <a:spcPts val="561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2200" b="1" dirty="0" err="1">
                <a:solidFill>
                  <a:schemeClr val="dk1"/>
                </a:solidFill>
                <a:latin typeface="Calibri"/>
                <a:ea typeface="Microsoft YaHei"/>
              </a:rPr>
              <a:t>Ação</a:t>
            </a:r>
            <a:r>
              <a:rPr lang="en-US" sz="2200" dirty="0">
                <a:solidFill>
                  <a:schemeClr val="dk1"/>
                </a:solidFill>
                <a:latin typeface="Calibri"/>
                <a:ea typeface="Microsoft YaHei"/>
              </a:rPr>
              <a:t>: {{</a:t>
            </a:r>
            <a:r>
              <a:rPr lang="pt-BR" sz="2200" dirty="0" err="1">
                <a:solidFill>
                  <a:schemeClr val="dk1"/>
                </a:solidFill>
                <a:latin typeface="Calibri"/>
                <a:ea typeface="Microsoft YaHei"/>
              </a:rPr>
              <a:t>riscos_e_impedimentos.acao_esperada</a:t>
            </a:r>
            <a:r>
              <a:rPr lang="en-US" sz="2200" dirty="0">
                <a:solidFill>
                  <a:schemeClr val="dk1"/>
                </a:solidFill>
                <a:latin typeface="Calibri"/>
                <a:ea typeface="Microsoft YaHei"/>
              </a:rPr>
              <a:t>}}</a:t>
            </a:r>
          </a:p>
        </p:txBody>
      </p:sp>
      <p:pic>
        <p:nvPicPr>
          <p:cNvPr id="75" name="Imagem 74"/>
          <p:cNvPicPr/>
          <p:nvPr/>
        </p:nvPicPr>
        <p:blipFill>
          <a:blip r:embed="rId2"/>
          <a:stretch/>
        </p:blipFill>
        <p:spPr>
          <a:xfrm>
            <a:off x="720" y="-28800"/>
            <a:ext cx="9142560" cy="16477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6" name="Title 4"/>
          <p:cNvSpPr/>
          <p:nvPr/>
        </p:nvSpPr>
        <p:spPr>
          <a:xfrm>
            <a:off x="915480" y="180000"/>
            <a:ext cx="8228160" cy="1141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4400" dirty="0" err="1">
                <a:solidFill>
                  <a:srgbClr val="EA7500"/>
                </a:solidFill>
              </a:rPr>
              <a:t>Riscos</a:t>
            </a:r>
            <a:r>
              <a:rPr lang="en-US" sz="4400" dirty="0">
                <a:solidFill>
                  <a:srgbClr val="EA7500"/>
                </a:solidFill>
              </a:rPr>
              <a:t> e </a:t>
            </a:r>
            <a:r>
              <a:rPr lang="en-US" sz="4400" dirty="0" err="1">
                <a:solidFill>
                  <a:srgbClr val="EA7500"/>
                </a:solidFill>
              </a:rPr>
              <a:t>Impedimentos</a:t>
            </a:r>
            <a:endParaRPr lang="pt-BR" sz="4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PlaceHolder 1"/>
          <p:cNvSpPr>
            <a:spLocks noGrp="1"/>
          </p:cNvSpPr>
          <p:nvPr>
            <p:ph/>
          </p:nvPr>
        </p:nvSpPr>
        <p:spPr>
          <a:xfrm>
            <a:off x="457200" y="1530360"/>
            <a:ext cx="8542080" cy="5147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 defTabSz="457200">
              <a:lnSpc>
                <a:spcPct val="100000"/>
              </a:lnSpc>
              <a:spcBef>
                <a:spcPts val="641"/>
              </a:spcBef>
              <a:buNone/>
              <a:tabLst>
                <a:tab pos="0" algn="l"/>
              </a:tabLst>
            </a:pPr>
            <a:endParaRPr lang="en-US" sz="3200" b="0" u="none" strike="noStrike" dirty="0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400" b="0" u="none" strike="noStrike" dirty="0" err="1">
                <a:solidFill>
                  <a:schemeClr val="dk1"/>
                </a:solidFill>
                <a:effectLst/>
                <a:uFillTx/>
                <a:latin typeface="Calibri"/>
              </a:rPr>
              <a:t>Artefatos</a:t>
            </a:r>
            <a:r>
              <a:rPr lang="en-US" sz="2400" b="0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> </a:t>
            </a:r>
            <a:r>
              <a:rPr lang="en-US" sz="2400" b="0" u="none" strike="noStrike" dirty="0" err="1">
                <a:solidFill>
                  <a:schemeClr val="dk1"/>
                </a:solidFill>
                <a:effectLst/>
                <a:uFillTx/>
                <a:latin typeface="Calibri"/>
              </a:rPr>
              <a:t>criados</a:t>
            </a:r>
            <a:r>
              <a:rPr lang="en-US" sz="2400" b="0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>: 18</a:t>
            </a:r>
            <a:r>
              <a:rPr lang="en-US" sz="2400" b="0" u="none" strike="noStrike" dirty="0" err="1">
                <a:solidFill>
                  <a:schemeClr val="dk1"/>
                </a:solidFill>
                <a:effectLst/>
                <a:uFillTx/>
                <a:latin typeface="Calibri"/>
              </a:rPr>
              <a:t/>
            </a:r>
            <a:r>
              <a:rPr lang="en-US" sz="2400" b="0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/>
            </a:r>
          </a:p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400" b="0" u="none" strike="noStrike" dirty="0" err="1">
                <a:solidFill>
                  <a:schemeClr val="dk1"/>
                </a:solidFill>
                <a:effectLst/>
                <a:uFillTx/>
                <a:latin typeface="Calibri"/>
              </a:rPr>
              <a:t>Pendências</a:t>
            </a:r>
            <a:r>
              <a:rPr lang="en-US" sz="2400" b="0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> </a:t>
            </a:r>
            <a:r>
              <a:rPr lang="en-US" sz="2400" b="0" u="none" strike="noStrike" dirty="0" err="1">
                <a:solidFill>
                  <a:schemeClr val="dk1"/>
                </a:solidFill>
                <a:effectLst/>
                <a:uFillTx/>
                <a:latin typeface="Calibri"/>
              </a:rPr>
              <a:t>resolvidas</a:t>
            </a:r>
            <a:r>
              <a:rPr lang="en-US" sz="2400" b="0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>: 3</a:t>
            </a:r>
            <a:r>
              <a:rPr lang="en-US" sz="2400" b="0" u="none" strike="noStrike" dirty="0" err="1">
                <a:solidFill>
                  <a:schemeClr val="dk1"/>
                </a:solidFill>
                <a:effectLst/>
                <a:uFillTx/>
                <a:latin typeface="Calibri"/>
              </a:rPr>
              <a:t/>
            </a:r>
            <a:r>
              <a:rPr lang="en-US" sz="2400" b="0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/>
            </a:r>
          </a:p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400" b="0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>Novas </a:t>
            </a:r>
            <a:r>
              <a:rPr lang="en-US" sz="2400" b="0" u="none" strike="noStrike" dirty="0" err="1">
                <a:solidFill>
                  <a:schemeClr val="dk1"/>
                </a:solidFill>
                <a:effectLst/>
                <a:uFillTx/>
                <a:latin typeface="Calibri"/>
              </a:rPr>
              <a:t>pendências</a:t>
            </a:r>
            <a:r>
              <a:rPr lang="en-US" sz="2400" b="0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>: 2</a:t>
            </a:r>
            <a:r>
              <a:rPr lang="en-US" sz="2400" b="0" u="none" strike="noStrike" dirty="0" err="1">
                <a:solidFill>
                  <a:schemeClr val="dk1"/>
                </a:solidFill>
                <a:effectLst/>
                <a:uFillTx/>
                <a:latin typeface="Calibri"/>
              </a:rPr>
              <a:t/>
            </a:r>
            <a:r>
              <a:rPr lang="en-US" sz="2400" b="0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/>
            </a:r>
          </a:p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400" b="0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>Bugs </a:t>
            </a:r>
            <a:r>
              <a:rPr lang="en-US" sz="2400" b="0" u="none" strike="noStrike" dirty="0" err="1">
                <a:solidFill>
                  <a:schemeClr val="dk1"/>
                </a:solidFill>
                <a:effectLst/>
                <a:uFillTx/>
                <a:latin typeface="Calibri"/>
              </a:rPr>
              <a:t>corrigidos</a:t>
            </a:r>
            <a:r>
              <a:rPr lang="en-US" sz="2400" b="0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>: 2</a:t>
            </a:r>
            <a:r>
              <a:rPr lang="en-US" sz="2400" b="0" u="none" strike="noStrike" dirty="0" err="1">
                <a:solidFill>
                  <a:schemeClr val="dk1"/>
                </a:solidFill>
                <a:effectLst/>
                <a:uFillTx/>
                <a:latin typeface="Calibri"/>
              </a:rPr>
              <a:t/>
            </a:r>
            <a:r>
              <a:rPr lang="en-US" sz="2400" b="0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/>
            </a:r>
          </a:p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400" b="0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>Total de Reports: </a:t>
            </a:r>
            <a:r>
              <a:rPr lang="en-US" sz="2400" b="0" u="none" strike="noStrike" dirty="0" err="1">
                <a:solidFill>
                  <a:schemeClr val="dk1"/>
                </a:solidFill>
                <a:effectLst/>
                <a:uFillTx/>
                <a:latin typeface="Calibri"/>
              </a:rPr>
              <a:t/>
            </a:r>
            <a:r>
              <a:rPr lang="en-US" sz="2400" b="0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/>
            </a:r>
          </a:p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400" b="0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>Reports </a:t>
            </a:r>
            <a:r>
              <a:rPr lang="en-US" sz="2400" b="0" u="none" strike="noStrike" dirty="0" err="1">
                <a:solidFill>
                  <a:schemeClr val="dk1"/>
                </a:solidFill>
                <a:effectLst/>
                <a:uFillTx/>
                <a:latin typeface="Calibri"/>
              </a:rPr>
              <a:t>resolvidos</a:t>
            </a:r>
            <a:r>
              <a:rPr lang="en-US" sz="2400" b="0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>: </a:t>
            </a:r>
            <a:r>
              <a:rPr lang="en-US" sz="2400" b="0" u="none" strike="noStrike" dirty="0" err="1">
                <a:solidFill>
                  <a:schemeClr val="dk1"/>
                </a:solidFill>
                <a:effectLst/>
                <a:uFillTx/>
                <a:latin typeface="Calibri"/>
              </a:rPr>
              <a:t/>
            </a:r>
            <a:r>
              <a:rPr lang="en-US" sz="2400" b="0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/>
            </a:r>
          </a:p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400" b="0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>Novas </a:t>
            </a:r>
            <a:r>
              <a:rPr lang="en-US" sz="2400" b="0" u="none" strike="noStrike" dirty="0" err="1">
                <a:solidFill>
                  <a:schemeClr val="dk1"/>
                </a:solidFill>
                <a:effectLst/>
                <a:uFillTx/>
                <a:latin typeface="Calibri"/>
              </a:rPr>
              <a:t>diretrizes</a:t>
            </a:r>
            <a:r>
              <a:rPr lang="en-US" sz="2400" b="0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> </a:t>
            </a:r>
            <a:r>
              <a:rPr lang="en-US" sz="2400" b="0" u="none" strike="noStrike" dirty="0" err="1">
                <a:solidFill>
                  <a:schemeClr val="dk1"/>
                </a:solidFill>
                <a:effectLst/>
                <a:uFillTx/>
                <a:latin typeface="Calibri"/>
              </a:rPr>
              <a:t>criadas</a:t>
            </a:r>
            <a:r>
              <a:rPr lang="en-US" sz="2400" b="0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>: 2</a:t>
            </a:r>
            <a:r>
              <a:rPr lang="en-US" sz="2400" b="0" u="none" strike="noStrike" dirty="0" err="1">
                <a:solidFill>
                  <a:schemeClr val="dk1"/>
                </a:solidFill>
                <a:effectLst/>
                <a:uFillTx/>
                <a:latin typeface="Calibri"/>
              </a:rPr>
              <a:t/>
            </a:r>
            <a:r>
              <a:rPr lang="en-US" sz="2400" b="0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/>
            </a:r>
          </a:p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400" b="0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>Pares de Q&amp;A </a:t>
            </a:r>
            <a:r>
              <a:rPr lang="en-US" sz="2400" b="0" u="none" strike="noStrike" dirty="0" err="1">
                <a:solidFill>
                  <a:schemeClr val="dk1"/>
                </a:solidFill>
                <a:effectLst/>
                <a:uFillTx/>
                <a:latin typeface="Calibri"/>
              </a:rPr>
              <a:t>criados</a:t>
            </a:r>
            <a:r>
              <a:rPr lang="en-US" sz="2400" b="0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>: 9</a:t>
            </a:r>
            <a:r>
              <a:rPr lang="en-US" sz="2400" b="0" u="none" strike="noStrike" dirty="0" err="1">
                <a:solidFill>
                  <a:schemeClr val="dk1"/>
                </a:solidFill>
                <a:effectLst/>
                <a:uFillTx/>
                <a:latin typeface="Calibri"/>
              </a:rPr>
              <a:t/>
            </a:r>
            <a:r>
              <a:rPr lang="en-US" sz="2400" b="0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/>
            </a:r>
          </a:p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400" b="0" u="none" strike="noStrike" dirty="0" err="1">
                <a:solidFill>
                  <a:schemeClr val="dk1"/>
                </a:solidFill>
                <a:effectLst/>
                <a:uFillTx/>
                <a:latin typeface="Calibri"/>
              </a:rPr>
              <a:t>Requisitos</a:t>
            </a:r>
            <a:r>
              <a:rPr lang="en-US" sz="2400" b="0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> </a:t>
            </a:r>
            <a:r>
              <a:rPr lang="en-US" sz="2400" b="0" u="none" strike="noStrike" dirty="0" err="1">
                <a:solidFill>
                  <a:schemeClr val="dk1"/>
                </a:solidFill>
                <a:effectLst/>
                <a:uFillTx/>
                <a:latin typeface="Calibri"/>
              </a:rPr>
              <a:t>atendidos</a:t>
            </a:r>
            <a:r>
              <a:rPr lang="en-US" sz="2400" b="0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>: 2</a:t>
            </a:r>
            <a:r>
              <a:rPr lang="en-US" sz="2400" b="0" u="none" strike="noStrike" dirty="0" err="1">
                <a:solidFill>
                  <a:schemeClr val="dk1"/>
                </a:solidFill>
                <a:effectLst/>
                <a:uFillTx/>
                <a:latin typeface="Calibri"/>
              </a:rPr>
              <a:t/>
            </a:r>
            <a:r>
              <a:rPr lang="en-US" sz="2400" b="0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/>
            </a:r>
          </a:p>
        </p:txBody>
      </p:sp>
      <p:pic>
        <p:nvPicPr>
          <p:cNvPr id="78" name="Imagem 77"/>
          <p:cNvPicPr/>
          <p:nvPr/>
        </p:nvPicPr>
        <p:blipFill>
          <a:blip r:embed="rId2"/>
          <a:stretch/>
        </p:blipFill>
        <p:spPr>
          <a:xfrm>
            <a:off x="720" y="-28800"/>
            <a:ext cx="9142560" cy="16477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9" name="Title 5"/>
          <p:cNvSpPr/>
          <p:nvPr/>
        </p:nvSpPr>
        <p:spPr>
          <a:xfrm>
            <a:off x="915480" y="180000"/>
            <a:ext cx="8228160" cy="1141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4400" b="0" u="none" strike="noStrike">
                <a:solidFill>
                  <a:srgbClr val="EA7500"/>
                </a:solidFill>
                <a:effectLst/>
                <a:uFillTx/>
                <a:latin typeface="Calibri"/>
              </a:rPr>
              <a:t>Métricas</a:t>
            </a:r>
            <a:endParaRPr lang="pt-B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PlaceHolder 1"/>
          <p:cNvSpPr>
            <a:spLocks noGrp="1"/>
          </p:cNvSpPr>
          <p:nvPr>
            <p:ph type="title"/>
          </p:nvPr>
        </p:nvSpPr>
        <p:spPr>
          <a:xfrm>
            <a:off x="685800" y="1618920"/>
            <a:ext cx="7770960" cy="1468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 algn="ctr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4000" b="1" u="none" strike="noStrike" dirty="0" err="1">
                <a:solidFill>
                  <a:schemeClr val="tx2"/>
                </a:solidFill>
                <a:effectLst/>
                <a:uFillTx/>
                <a:latin typeface="Calibri"/>
              </a:rPr>
              <a:t>Próximo</a:t>
            </a:r>
            <a:r>
              <a:rPr lang="en-US" sz="4000" b="1" u="none" strike="noStrike" dirty="0">
                <a:solidFill>
                  <a:schemeClr val="tx2"/>
                </a:solidFill>
                <a:effectLst/>
                <a:uFillTx/>
                <a:latin typeface="Calibri"/>
              </a:rPr>
              <a:t> Sprint</a:t>
            </a:r>
          </a:p>
        </p:txBody>
      </p:sp>
      <p:sp>
        <p:nvSpPr>
          <p:cNvPr id="84" name="PlaceHolder 2"/>
          <p:cNvSpPr>
            <a:spLocks noGrp="1"/>
          </p:cNvSpPr>
          <p:nvPr>
            <p:ph type="subTitle"/>
          </p:nvPr>
        </p:nvSpPr>
        <p:spPr>
          <a:xfrm>
            <a:off x="700790" y="3266640"/>
            <a:ext cx="7085160" cy="27730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marL="343080" indent="-343080" algn="l">
              <a:spcBef>
                <a:spcPts val="64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Arial"/>
              <a:buChar char="•"/>
            </a:pPr>
            <a:r>
              <a:rPr lang="pt-BR" sz="2600" dirty="0"/>
              <a:t>Sprint 3</a:t>
            </a:r>
            <a:r>
              <a:rPr lang="pt-BR" sz="2600" dirty="0" err="1"/>
              <a:t/>
            </a:r>
            <a:r>
              <a:rPr lang="pt-BR" sz="2600" dirty="0"/>
              <a:t> </a:t>
            </a:r>
          </a:p>
          <a:p>
            <a:pPr marL="343080" indent="-343080" algn="l">
              <a:spcBef>
                <a:spcPts val="64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Arial"/>
              <a:buChar char="•"/>
            </a:pPr>
            <a:r>
              <a:rPr lang="pt-BR" sz="2600" dirty="0"/>
              <a:t>18/05/2026</a:t>
            </a:r>
            <a:r>
              <a:rPr lang="pt-BR" sz="2600" dirty="0" err="1"/>
              <a:t/>
            </a:r>
            <a:r>
              <a:rPr lang="pt-BR" sz="2600" dirty="0"/>
              <a:t> - 29/05/2026</a:t>
            </a:r>
            <a:r>
              <a:rPr lang="pt-BR" sz="2600" dirty="0" err="1"/>
              <a:t/>
            </a:r>
            <a:r>
              <a:rPr lang="pt-BR" sz="2600" dirty="0"/>
              <a:t> </a:t>
            </a:r>
          </a:p>
          <a:p>
            <a:pPr marL="343080" indent="-343080" algn="l">
              <a:spcBef>
                <a:spcPts val="64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Arial"/>
              <a:buChar char="•"/>
            </a:pPr>
            <a:r>
              <a:rPr lang="pt-BR" sz="2600" dirty="0"/>
              <a:t>12</a:t>
            </a:r>
            <a:r>
              <a:rPr lang="pt-BR" sz="2600" dirty="0" err="1"/>
              <a:t/>
            </a:r>
            <a:r>
              <a:rPr lang="pt-BR" sz="2600" dirty="0"/>
              <a:t> dias</a:t>
            </a:r>
          </a:p>
        </p:txBody>
      </p:sp>
      <p:pic>
        <p:nvPicPr>
          <p:cNvPr id="85" name="Imagem 84"/>
          <p:cNvPicPr/>
          <p:nvPr/>
        </p:nvPicPr>
        <p:blipFill>
          <a:blip r:embed="rId2"/>
          <a:stretch/>
        </p:blipFill>
        <p:spPr>
          <a:xfrm>
            <a:off x="0" y="-28800"/>
            <a:ext cx="9142560" cy="16477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6" name="Title 1"/>
          <p:cNvSpPr/>
          <p:nvPr/>
        </p:nvSpPr>
        <p:spPr>
          <a:xfrm>
            <a:off x="915120" y="180360"/>
            <a:ext cx="8228160" cy="1141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4400" b="0" u="none" strike="noStrike">
                <a:solidFill>
                  <a:srgbClr val="EA7500"/>
                </a:solidFill>
                <a:effectLst/>
                <a:uFillTx/>
                <a:latin typeface="Calibri"/>
              </a:rPr>
              <a:t>Planejamento da </a:t>
            </a:r>
            <a:br>
              <a:rPr sz="4400"/>
            </a:br>
            <a:r>
              <a:rPr lang="en-US" sz="4400" b="0" u="none" strike="noStrike">
                <a:solidFill>
                  <a:srgbClr val="EA7500"/>
                </a:solidFill>
                <a:effectLst/>
                <a:uFillTx/>
                <a:latin typeface="Calibri"/>
              </a:rPr>
              <a:t>próxima Sprint</a:t>
            </a:r>
            <a:endParaRPr lang="pt-B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PlaceHolder 1"/>
          <p:cNvSpPr>
            <a:spLocks noGrp="1"/>
          </p:cNvSpPr>
          <p:nvPr>
            <p:ph type="subTitle"/>
          </p:nvPr>
        </p:nvSpPr>
        <p:spPr>
          <a:xfrm>
            <a:off x="799919" y="1828081"/>
            <a:ext cx="7857383" cy="4690706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marL="216000" indent="-216000" algn="l"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pt-BR" sz="2000" b="0" u="none" strike="noStrike" dirty="0">
                <a:solidFill>
                  <a:schemeClr val="tx1"/>
                </a:solidFill>
                <a:effectLst/>
                <a:uFillTx/>
                <a:latin typeface="Calibri"/>
                <a:ea typeface="Microsoft YaHei"/>
              </a:rPr>
              <a:t>Mapeamento do modelo de dados das principais tabelas (entidades + relacionamentos + diagrama ER) (alta)</a:t>
            </a:r>
            <a:r>
              <a:rPr lang="pt-BR" sz="2400" b="0" u="none" strike="noStrike" dirty="0">
                <a:solidFill>
                  <a:schemeClr val="tx1"/>
                </a:solidFill>
                <a:effectLst/>
                <a:uFillTx/>
                <a:latin typeface="Calibri"/>
                <a:ea typeface="Microsoft YaHei"/>
              </a:rPr>
              <a:t/>
            </a:r>
            <a:r>
              <a:rPr lang="pt-BR" sz="2000" b="0" u="none" strike="noStrike" dirty="0">
                <a:solidFill>
                  <a:schemeClr val="tx1"/>
                </a:solidFill>
                <a:effectLst/>
                <a:uFillTx/>
                <a:latin typeface="Calibri"/>
                <a:ea typeface="Microsoft YaHei"/>
              </a:rPr>
              <a:t/>
            </a:r>
            <a:endParaRPr lang="pt-BR" sz="2000" b="0" u="none" strike="noStrike" dirty="0">
              <a:solidFill>
                <a:schemeClr val="tx1"/>
              </a:solidFill>
              <a:effectLst/>
              <a:uFillTx/>
              <a:latin typeface="Arial"/>
            </a:endParaRPr>
          </a:p>
          <a:p>
            <a:pPr marL="216000" indent="-216000" algn="l"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pt-BR" sz="2000" b="0" u="none" strike="noStrike" dirty="0">
                <a:solidFill>
                  <a:schemeClr val="tx1"/>
                </a:solidFill>
                <a:effectLst/>
                <a:uFillTx/>
                <a:latin typeface="Calibri"/>
                <a:ea typeface="Microsoft YaHei"/>
              </a:rPr>
              <a:t>Cadastro de Tipos de Produto e Produtos (REQ-002) (alta)</a:t>
            </a:r>
            <a:r>
              <a:rPr lang="pt-BR" sz="2400" b="0" u="none" strike="noStrike" dirty="0">
                <a:solidFill>
                  <a:schemeClr val="tx1"/>
                </a:solidFill>
                <a:effectLst/>
                <a:uFillTx/>
                <a:latin typeface="Calibri"/>
                <a:ea typeface="Microsoft YaHei"/>
              </a:rPr>
              <a:t/>
            </a:r>
            <a:r>
              <a:rPr lang="pt-BR" sz="2000" b="0" u="none" strike="noStrike" dirty="0">
                <a:solidFill>
                  <a:schemeClr val="tx1"/>
                </a:solidFill>
                <a:effectLst/>
                <a:uFillTx/>
                <a:latin typeface="Calibri"/>
                <a:ea typeface="Microsoft YaHei"/>
              </a:rPr>
              <a:t/>
            </a:r>
            <a:endParaRPr lang="pt-BR" sz="2000" b="0" u="none" strike="noStrike" dirty="0">
              <a:solidFill>
                <a:schemeClr val="tx1"/>
              </a:solidFill>
              <a:effectLst/>
              <a:uFillTx/>
              <a:latin typeface="Arial"/>
            </a:endParaRPr>
          </a:p>
          <a:p>
            <a:pPr marL="216000" indent="-216000" algn="l"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pt-BR" sz="2000" b="0" u="none" strike="noStrike" dirty="0">
                <a:solidFill>
                  <a:schemeClr val="tx1"/>
                </a:solidFill>
                <a:effectLst/>
                <a:uFillTx/>
                <a:latin typeface="Calibri"/>
                <a:ea typeface="Microsoft YaHei"/>
              </a:rPr>
              <a:t>Escalonamento para Humano completo (REQ-004) (alta)</a:t>
            </a:r>
            <a:r>
              <a:rPr lang="pt-BR" sz="2400" b="0" u="none" strike="noStrike" dirty="0">
                <a:solidFill>
                  <a:schemeClr val="tx1"/>
                </a:solidFill>
                <a:effectLst/>
                <a:uFillTx/>
                <a:latin typeface="Calibri"/>
                <a:ea typeface="Microsoft YaHei"/>
              </a:rPr>
              <a:t/>
            </a:r>
            <a:r>
              <a:rPr lang="pt-BR" sz="2000" b="0" u="none" strike="noStrike" dirty="0">
                <a:solidFill>
                  <a:schemeClr val="tx1"/>
                </a:solidFill>
                <a:effectLst/>
                <a:uFillTx/>
                <a:latin typeface="Calibri"/>
                <a:ea typeface="Microsoft YaHei"/>
              </a:rPr>
              <a:t/>
            </a:r>
            <a:endParaRPr lang="pt-BR" sz="2000" b="0" u="none" strike="noStrike" dirty="0">
              <a:solidFill>
                <a:schemeClr val="tx1"/>
              </a:solidFill>
              <a:effectLst/>
              <a:uFillTx/>
              <a:latin typeface="Arial"/>
            </a:endParaRPr>
          </a:p>
          <a:p>
            <a:pPr marL="216000" indent="-216000" algn="l"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pt-BR" sz="2000" b="0" u="none" strike="noStrike" dirty="0">
                <a:solidFill>
                  <a:schemeClr val="tx1"/>
                </a:solidFill>
                <a:effectLst/>
                <a:uFillTx/>
                <a:latin typeface="Calibri"/>
                <a:ea typeface="Microsoft YaHei"/>
              </a:rPr>
              <a:t>Workflow de aprovação de pares Q&amp;A (notificação + histórico de revisões) (media)</a:t>
            </a:r>
            <a:r>
              <a:rPr lang="pt-BR" sz="2400" b="0" u="none" strike="noStrike" dirty="0">
                <a:solidFill>
                  <a:schemeClr val="tx1"/>
                </a:solidFill>
                <a:effectLst/>
                <a:uFillTx/>
                <a:latin typeface="Calibri"/>
                <a:ea typeface="Microsoft YaHei"/>
              </a:rPr>
              <a:t/>
            </a:r>
            <a:r>
              <a:rPr lang="pt-BR" sz="2000" b="0" u="none" strike="noStrike" dirty="0">
                <a:solidFill>
                  <a:schemeClr val="tx1"/>
                </a:solidFill>
                <a:effectLst/>
                <a:uFillTx/>
                <a:latin typeface="Calibri"/>
                <a:ea typeface="Microsoft YaHei"/>
              </a:rPr>
              <a:t/>
            </a:r>
            <a:endParaRPr lang="pt-BR" sz="2000" b="0" u="none" strike="noStrike" dirty="0">
              <a:solidFill>
                <a:schemeClr val="tx1"/>
              </a:solidFill>
              <a:effectLst/>
              <a:uFillTx/>
              <a:latin typeface="Arial"/>
            </a:endParaRPr>
          </a:p>
          <a:p>
            <a:pPr marL="216000" indent="-216000" algn="l"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pt-BR" sz="2000" b="0" u="none" strike="noStrike" dirty="0">
                <a:solidFill>
                  <a:schemeClr val="tx1"/>
                </a:solidFill>
                <a:effectLst/>
                <a:uFillTx/>
                <a:latin typeface="Calibri"/>
                <a:ea typeface="Microsoft YaHei"/>
              </a:rPr>
              <a:t>Análise de sentimento e detecção de mal humor (REQ-007) (media)</a:t>
            </a:r>
            <a:r>
              <a:rPr lang="pt-BR" sz="2400" b="0" u="none" strike="noStrike" dirty="0">
                <a:solidFill>
                  <a:schemeClr val="tx1"/>
                </a:solidFill>
                <a:effectLst/>
                <a:uFillTx/>
                <a:latin typeface="Calibri"/>
                <a:ea typeface="Microsoft YaHei"/>
              </a:rPr>
              <a:t/>
            </a:r>
            <a:r>
              <a:rPr lang="pt-BR" sz="2000" b="0" u="none" strike="noStrike" dirty="0">
                <a:solidFill>
                  <a:schemeClr val="tx1"/>
                </a:solidFill>
                <a:effectLst/>
                <a:uFillTx/>
                <a:latin typeface="Calibri"/>
                <a:ea typeface="Microsoft YaHei"/>
              </a:rPr>
              <a:t/>
            </a:r>
            <a:endParaRPr lang="pt-BR" sz="2000" b="0" u="none" strike="noStrike" dirty="0">
              <a:solidFill>
                <a:schemeClr val="tx1"/>
              </a:solidFill>
              <a:effectLst/>
              <a:uFillTx/>
              <a:latin typeface="Arial"/>
            </a:endParaRPr>
          </a:p>
          <a:p>
            <a:pPr marL="216000" indent="-216000" algn="l"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pt-BR" sz="2000" b="0" u="none" strike="noStrike" dirty="0">
                <a:solidFill>
                  <a:schemeClr val="tx1"/>
                </a:solidFill>
                <a:effectLst/>
                <a:uFillTx/>
                <a:latin typeface="Calibri"/>
                <a:ea typeface="Microsoft YaHei"/>
              </a:rPr>
              <a:t>Rastreamento de orçamentos (REQ-006) (media)</a:t>
            </a:r>
            <a:r>
              <a:rPr lang="pt-BR" sz="2400" b="0" u="none" strike="noStrike" dirty="0">
                <a:solidFill>
                  <a:schemeClr val="tx1"/>
                </a:solidFill>
                <a:effectLst/>
                <a:uFillTx/>
                <a:latin typeface="Calibri"/>
                <a:ea typeface="Microsoft YaHei"/>
              </a:rPr>
              <a:t/>
            </a:r>
            <a:r>
              <a:rPr lang="pt-BR" sz="2000" b="0" u="none" strike="noStrike" dirty="0">
                <a:solidFill>
                  <a:schemeClr val="tx1"/>
                </a:solidFill>
                <a:effectLst/>
                <a:uFillTx/>
                <a:latin typeface="Calibri"/>
                <a:ea typeface="Microsoft YaHei"/>
              </a:rPr>
              <a:t/>
            </a:r>
            <a:endParaRPr lang="pt-BR" sz="2000" b="0" u="none" strike="noStrike" dirty="0">
              <a:solidFill>
                <a:schemeClr val="tx1"/>
              </a:solidFill>
              <a:effectLst/>
              <a:uFillTx/>
              <a:latin typeface="Arial"/>
            </a:endParaRPr>
          </a:p>
        </p:txBody>
      </p:sp>
      <p:pic>
        <p:nvPicPr>
          <p:cNvPr id="88" name="Imagem 87"/>
          <p:cNvPicPr/>
          <p:nvPr/>
        </p:nvPicPr>
        <p:blipFill>
          <a:blip r:embed="rId2"/>
          <a:stretch/>
        </p:blipFill>
        <p:spPr>
          <a:xfrm>
            <a:off x="0" y="-28800"/>
            <a:ext cx="9142560" cy="16477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9" name="Title 12"/>
          <p:cNvSpPr/>
          <p:nvPr/>
        </p:nvSpPr>
        <p:spPr>
          <a:xfrm>
            <a:off x="915120" y="180360"/>
            <a:ext cx="8228160" cy="1141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4400" b="0" u="none" strike="noStrike">
                <a:solidFill>
                  <a:srgbClr val="EA7500"/>
                </a:solidFill>
                <a:effectLst/>
                <a:uFillTx/>
                <a:latin typeface="Calibri"/>
              </a:rPr>
              <a:t>Planejamento da </a:t>
            </a:r>
            <a:br>
              <a:rPr sz="4400"/>
            </a:br>
            <a:r>
              <a:rPr lang="en-US" sz="4400" b="0" u="none" strike="noStrike">
                <a:solidFill>
                  <a:srgbClr val="EA7500"/>
                </a:solidFill>
                <a:effectLst/>
                <a:uFillTx/>
                <a:latin typeface="Calibri"/>
              </a:rPr>
              <a:t>próxima Sprint</a:t>
            </a:r>
            <a:endParaRPr lang="pt-B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PlaceHolder 1"/>
          <p:cNvSpPr>
            <a:spLocks noGrp="1"/>
          </p:cNvSpPr>
          <p:nvPr>
            <p:ph/>
          </p:nvPr>
        </p:nvSpPr>
        <p:spPr>
          <a:xfrm>
            <a:off x="457200" y="1321560"/>
            <a:ext cx="8228160" cy="5536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 defTabSz="457200">
              <a:lnSpc>
                <a:spcPct val="100000"/>
              </a:lnSpc>
              <a:spcBef>
                <a:spcPts val="641"/>
              </a:spcBef>
              <a:buNone/>
              <a:tabLst>
                <a:tab pos="0" algn="l"/>
              </a:tabLst>
            </a:pPr>
            <a:endParaRPr lang="en-US" sz="3200" b="0" u="none" strike="noStrike" dirty="0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000" b="0" u="none" strike="noStrike" dirty="0">
                <a:solidFill>
                  <a:schemeClr val="dk1"/>
                </a:solidFill>
                <a:effectLst/>
                <a:uFillTx/>
                <a:latin typeface="Calibri"/>
                <a:ea typeface="Microsoft YaHei"/>
              </a:rPr>
              <a:t>Mapear modelo de dados das principais tabelas (entidades de negócio e relacionamentos).</a:t>
            </a:r>
            <a:r>
              <a:rPr lang="en-US" sz="2000" b="0" u="none" strike="noStrike" dirty="0" err="1">
                <a:solidFill>
                  <a:schemeClr val="dk1"/>
                </a:solidFill>
                <a:effectLst/>
                <a:uFillTx/>
                <a:latin typeface="Calibri"/>
                <a:ea typeface="Microsoft YaHei"/>
              </a:rPr>
              <a:t/>
            </a:r>
            <a:r>
              <a:rPr lang="en-US" sz="2000" b="0" u="none" strike="noStrike" dirty="0">
                <a:solidFill>
                  <a:schemeClr val="dk1"/>
                </a:solidFill>
                <a:effectLst/>
                <a:uFillTx/>
                <a:latin typeface="Calibri"/>
                <a:ea typeface="Microsoft YaHei"/>
              </a:rPr>
              <a:t> </a:t>
            </a:r>
            <a:endParaRPr lang="en-US" sz="2000" b="0" u="none" strike="noStrike" dirty="0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000" b="0" u="none" strike="noStrike" dirty="0">
                <a:solidFill>
                  <a:schemeClr val="dk1"/>
                </a:solidFill>
                <a:effectLst/>
                <a:uFillTx/>
                <a:latin typeface="Calibri"/>
                <a:ea typeface="Microsoft YaHei"/>
              </a:rPr>
              <a:t>Cadastro de tipos de produtos.</a:t>
            </a:r>
            <a:r>
              <a:rPr lang="en-US" sz="2000" b="0" u="none" strike="noStrike" dirty="0" err="1">
                <a:solidFill>
                  <a:schemeClr val="dk1"/>
                </a:solidFill>
                <a:effectLst/>
                <a:uFillTx/>
                <a:latin typeface="Calibri"/>
                <a:ea typeface="Microsoft YaHei"/>
              </a:rPr>
              <a:t/>
            </a:r>
            <a:r>
              <a:rPr lang="en-US" sz="2000" b="0" u="none" strike="noStrike" dirty="0">
                <a:solidFill>
                  <a:schemeClr val="dk1"/>
                </a:solidFill>
                <a:effectLst/>
                <a:uFillTx/>
                <a:latin typeface="Calibri"/>
                <a:ea typeface="Microsoft YaHei"/>
              </a:rPr>
              <a:t> </a:t>
            </a:r>
            <a:endParaRPr lang="en-US" sz="2000" b="0" u="none" strike="noStrike" dirty="0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91" name="Imagem 90"/>
          <p:cNvPicPr/>
          <p:nvPr/>
        </p:nvPicPr>
        <p:blipFill>
          <a:blip r:embed="rId2"/>
          <a:stretch/>
        </p:blipFill>
        <p:spPr>
          <a:xfrm>
            <a:off x="360" y="-28800"/>
            <a:ext cx="9142560" cy="16477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2" name="Title 10"/>
          <p:cNvSpPr/>
          <p:nvPr/>
        </p:nvSpPr>
        <p:spPr>
          <a:xfrm>
            <a:off x="1563328" y="180000"/>
            <a:ext cx="7579951" cy="1141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4400" b="0" u="none" strike="noStrike" dirty="0" err="1">
                <a:solidFill>
                  <a:srgbClr val="EA7500"/>
                </a:solidFill>
                <a:effectLst/>
                <a:uFillTx/>
                <a:latin typeface="Calibri"/>
              </a:rPr>
              <a:t>Objetivo</a:t>
            </a:r>
            <a:r>
              <a:rPr lang="en-US" sz="4400" b="0" u="none" strike="noStrike" dirty="0">
                <a:solidFill>
                  <a:srgbClr val="EA7500"/>
                </a:solidFill>
                <a:effectLst/>
                <a:uFillTx/>
                <a:latin typeface="Calibri"/>
              </a:rPr>
              <a:t> da </a:t>
            </a:r>
            <a:r>
              <a:rPr lang="en-US" sz="4400" b="0" u="none" strike="noStrike" dirty="0" err="1">
                <a:solidFill>
                  <a:srgbClr val="EA7500"/>
                </a:solidFill>
                <a:effectLst/>
                <a:uFillTx/>
                <a:latin typeface="Calibri"/>
              </a:rPr>
              <a:t>Próxima</a:t>
            </a:r>
            <a:r>
              <a:rPr lang="en-US" sz="4400" b="0" u="none" strike="noStrike" dirty="0">
                <a:solidFill>
                  <a:srgbClr val="EA7500"/>
                </a:solidFill>
                <a:effectLst/>
                <a:uFillTx/>
                <a:latin typeface="Calibri"/>
              </a:rPr>
              <a:t> Sprint</a:t>
            </a:r>
            <a:endParaRPr lang="pt-BR" sz="4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PlaceHolder 1"/>
          <p:cNvSpPr>
            <a:spLocks noGrp="1"/>
          </p:cNvSpPr>
          <p:nvPr>
            <p:ph/>
          </p:nvPr>
        </p:nvSpPr>
        <p:spPr>
          <a:xfrm>
            <a:off x="457200" y="1827720"/>
            <a:ext cx="8228160" cy="4850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marL="343080" indent="-343080" algn="l"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000" b="0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>REQ-001: Fluxo conversacional de confirmação dos dados (S/N)</a:t>
            </a:r>
            <a:r>
              <a:rPr lang="en-US" sz="2000" b="0" u="none" strike="noStrike" err="1">
                <a:solidFill>
                  <a:schemeClr val="dk1"/>
                </a:solidFill>
                <a:effectLst/>
                <a:uFillTx/>
                <a:latin typeface="Calibri"/>
              </a:rPr>
              <a:t/>
            </a: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/>
            </a:r>
            <a:endParaRPr lang="en-US" sz="2000" b="0" u="none" strike="noStrike" dirty="0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43080" indent="-343080" algn="l"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000" b="0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>REQ-001: Política de 3 tentativas + escalonamento em falhas</a:t>
            </a:r>
            <a:r>
              <a:rPr lang="en-US" sz="2000" b="0" u="none" strike="noStrike" err="1">
                <a:solidFill>
                  <a:schemeClr val="dk1"/>
                </a:solidFill>
                <a:effectLst/>
                <a:uFillTx/>
                <a:latin typeface="Calibri"/>
              </a:rPr>
              <a:t/>
            </a: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/>
            </a:r>
            <a:endParaRPr lang="en-US" sz="2000" b="0" u="none" strike="noStrike" dirty="0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43080" indent="-343080" algn="l"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000" b="0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>REQ-001: Instrumentação de NFRs (tempo, disponibilidade, falhas)</a:t>
            </a:r>
            <a:r>
              <a:rPr lang="en-US" sz="2000" b="0" u="none" strike="noStrike" err="1">
                <a:solidFill>
                  <a:schemeClr val="dk1"/>
                </a:solidFill>
                <a:effectLst/>
                <a:uFillTx/>
                <a:latin typeface="Calibri"/>
              </a:rPr>
              <a:t/>
            </a: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/>
            </a:r>
            <a:endParaRPr lang="en-US" sz="2000" b="0" u="none" strike="noStrike" dirty="0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43080" indent="-343080" algn="l"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000" b="0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>REQ-002: Fluxo adaptativo com lógica de próxima pergunta dinâmica</a:t>
            </a:r>
            <a:r>
              <a:rPr lang="en-US" sz="2000" b="0" u="none" strike="noStrike" err="1">
                <a:solidFill>
                  <a:schemeClr val="dk1"/>
                </a:solidFill>
                <a:effectLst/>
                <a:uFillTx/>
                <a:latin typeface="Calibri"/>
              </a:rPr>
              <a:t/>
            </a: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/>
            </a:r>
            <a:endParaRPr lang="en-US" sz="2000" b="0" u="none" strike="noStrike" dirty="0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43080" indent="-343080" algn="l"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000" b="0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>REQ-002: Validação de respostas e esclarecimento pontual</a:t>
            </a:r>
            <a:r>
              <a:rPr lang="en-US" sz="2000" b="0" u="none" strike="noStrike" err="1">
                <a:solidFill>
                  <a:schemeClr val="dk1"/>
                </a:solidFill>
                <a:effectLst/>
                <a:uFillTx/>
                <a:latin typeface="Calibri"/>
              </a:rPr>
              <a:t/>
            </a: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/>
            </a:r>
            <a:endParaRPr lang="en-US" sz="2000" b="0" u="none" strike="noStrike" dirty="0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43080" indent="-343080" algn="l"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000" b="0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>REQ-002: Identificar tipos de produto adicionais (câmera, roteador, software, cancela, assistência)</a:t>
            </a:r>
            <a:r>
              <a:rPr lang="en-US" sz="2000" b="0" u="none" strike="noStrike" err="1">
                <a:solidFill>
                  <a:schemeClr val="dk1"/>
                </a:solidFill>
                <a:effectLst/>
                <a:uFillTx/>
                <a:latin typeface="Calibri"/>
              </a:rPr>
              <a:t/>
            </a: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/>
            </a:r>
            <a:endParaRPr lang="en-US" sz="2000" b="0" u="none" strike="noStrike" dirty="0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43080" indent="-343080" algn="l"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000" b="0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>REQ-002: Identificar modelo do produto</a:t>
            </a:r>
            <a:r>
              <a:rPr lang="en-US" sz="2000" b="0" u="none" strike="noStrike" err="1">
                <a:solidFill>
                  <a:schemeClr val="dk1"/>
                </a:solidFill>
                <a:effectLst/>
                <a:uFillTx/>
                <a:latin typeface="Calibri"/>
              </a:rPr>
              <a:t/>
            </a: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/>
            </a:r>
            <a:endParaRPr lang="en-US" sz="2000" b="0" u="none" strike="noStrike" dirty="0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94" name="Imagem 93"/>
          <p:cNvPicPr/>
          <p:nvPr/>
        </p:nvPicPr>
        <p:blipFill>
          <a:blip r:embed="rId2"/>
          <a:stretch/>
        </p:blipFill>
        <p:spPr>
          <a:xfrm>
            <a:off x="720" y="-28800"/>
            <a:ext cx="9142560" cy="16477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5" name="Title 11"/>
          <p:cNvSpPr/>
          <p:nvPr/>
        </p:nvSpPr>
        <p:spPr>
          <a:xfrm>
            <a:off x="915480" y="180000"/>
            <a:ext cx="8228160" cy="1141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4400" b="0" u="none" strike="noStrike">
                <a:solidFill>
                  <a:srgbClr val="EA7500"/>
                </a:solidFill>
                <a:effectLst/>
                <a:uFillTx/>
                <a:latin typeface="Calibri"/>
              </a:rPr>
              <a:t>Backlog pendente</a:t>
            </a:r>
            <a:endParaRPr lang="pt-B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93" name="PlaceHolder 1"/>
          <p:cNvSpPr>
            <a:spLocks noGrp="1"/>
          </p:cNvSpPr>
          <p:nvPr>
            <p:ph/>
          </p:nvPr>
        </p:nvSpPr>
        <p:spPr>
          <a:xfrm>
            <a:off x="457200" y="1827720"/>
            <a:ext cx="8228160" cy="4850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marL="343080" indent="-343080" algn="l"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000" b="0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>REQ-002: Capturar endereço de entrega</a:t>
            </a:r>
            <a:r>
              <a:rPr lang="en-US" sz="2000" b="0" u="none" strike="noStrike" err="1">
                <a:solidFill>
                  <a:schemeClr val="dk1"/>
                </a:solidFill>
                <a:effectLst/>
                <a:uFillTx/>
                <a:latin typeface="Calibri"/>
              </a:rPr>
              <a:t/>
            </a: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/>
            </a:r>
            <a:endParaRPr lang="en-US" sz="2000" b="0" u="none" strike="noStrike" dirty="0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43080" indent="-343080" algn="l"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000" b="0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>REQ-002: Sumarização final dos dados coletados</a:t>
            </a:r>
            <a:r>
              <a:rPr lang="en-US" sz="2000" b="0" u="none" strike="noStrike" err="1">
                <a:solidFill>
                  <a:schemeClr val="dk1"/>
                </a:solidFill>
                <a:effectLst/>
                <a:uFillTx/>
                <a:latin typeface="Calibri"/>
              </a:rPr>
              <a:t/>
            </a: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/>
            </a:r>
            <a:endParaRPr lang="en-US" sz="2000" b="0" u="none" strike="noStrike" dirty="0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43080" indent="-343080" algn="l"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000" b="0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>REQ-002: Eco/confirmação dos dados extraídos</a:t>
            </a:r>
            <a:r>
              <a:rPr lang="en-US" sz="2000" b="0" u="none" strike="noStrike" err="1">
                <a:solidFill>
                  <a:schemeClr val="dk1"/>
                </a:solidFill>
                <a:effectLst/>
                <a:uFillTx/>
                <a:latin typeface="Calibri"/>
              </a:rPr>
              <a:t/>
            </a: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/>
            </a:r>
            <a:endParaRPr lang="en-US" sz="2000" b="0" u="none" strike="noStrike" dirty="0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43080" indent="-343080" algn="l"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000" b="0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>REQ-002: Regras específicas por produto (002.14 / 002.14A / 002.15)</a:t>
            </a:r>
            <a:r>
              <a:rPr lang="en-US" sz="2000" b="0" u="none" strike="noStrike" err="1">
                <a:solidFill>
                  <a:schemeClr val="dk1"/>
                </a:solidFill>
                <a:effectLst/>
                <a:uFillTx/>
                <a:latin typeface="Calibri"/>
              </a:rPr>
              <a:t/>
            </a: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/>
            </a:r>
            <a:endParaRPr lang="en-US" sz="2000" b="0" u="none" strike="noStrike" dirty="0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43080" indent="-343080" algn="l"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000" b="0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>REQ-002: Tratamento de ambiguidade (até 2 esclarecimentos)</a:t>
            </a:r>
            <a:r>
              <a:rPr lang="en-US" sz="2000" b="0" u="none" strike="noStrike" err="1">
                <a:solidFill>
                  <a:schemeClr val="dk1"/>
                </a:solidFill>
                <a:effectLst/>
                <a:uFillTx/>
                <a:latin typeface="Calibri"/>
              </a:rPr>
              <a:t/>
            </a: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/>
            </a:r>
            <a:endParaRPr lang="en-US" sz="2000" b="0" u="none" strike="noStrike" dirty="0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43080" indent="-343080" algn="l"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000" b="0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>REQ-002: Detecção de abandono de conversa (24h / 72h)</a:t>
            </a:r>
            <a:r>
              <a:rPr lang="en-US" sz="2000" b="0" u="none" strike="noStrike" err="1">
                <a:solidFill>
                  <a:schemeClr val="dk1"/>
                </a:solidFill>
                <a:effectLst/>
                <a:uFillTx/>
                <a:latin typeface="Calibri"/>
              </a:rPr>
              <a:t/>
            </a: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/>
            </a:r>
            <a:endParaRPr lang="en-US" sz="2000" b="0" u="none" strike="noStrike" dirty="0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43080" indent="-343080" algn="l"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000" b="0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>REQ-002: Reuso de CNPJ — regras de conflito/troca</a:t>
            </a:r>
            <a:r>
              <a:rPr lang="en-US" sz="2000" b="0" u="none" strike="noStrike" err="1">
                <a:solidFill>
                  <a:schemeClr val="dk1"/>
                </a:solidFill>
                <a:effectLst/>
                <a:uFillTx/>
                <a:latin typeface="Calibri"/>
              </a:rPr>
              <a:t/>
            </a: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/>
            </a:r>
            <a:endParaRPr lang="en-US" sz="2000" b="0" u="none" strike="noStrike" dirty="0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94" name="Imagem 93"/>
          <p:cNvPicPr/>
          <p:nvPr/>
        </p:nvPicPr>
        <p:blipFill>
          <a:blip r:embed="rId2"/>
          <a:stretch/>
        </p:blipFill>
        <p:spPr>
          <a:xfrm>
            <a:off x="720" y="-28800"/>
            <a:ext cx="9142560" cy="16477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5" name="Title 11"/>
          <p:cNvSpPr/>
          <p:nvPr/>
        </p:nvSpPr>
        <p:spPr>
          <a:xfrm>
            <a:off x="915480" y="180000"/>
            <a:ext cx="8228160" cy="1141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4400" b="0" u="none" strike="noStrike">
                <a:solidFill>
                  <a:srgbClr val="EA7500"/>
                </a:solidFill>
                <a:effectLst/>
                <a:uFillTx/>
                <a:latin typeface="Calibri"/>
              </a:rPr>
              <a:t>Backlog pendente</a:t>
            </a:r>
            <a:endParaRPr lang="pt-B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93" name="PlaceHolder 1"/>
          <p:cNvSpPr>
            <a:spLocks noGrp="1"/>
          </p:cNvSpPr>
          <p:nvPr>
            <p:ph/>
          </p:nvPr>
        </p:nvSpPr>
        <p:spPr>
          <a:xfrm>
            <a:off x="457200" y="1827720"/>
            <a:ext cx="8228160" cy="4850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marL="343080" indent="-343080" algn="l"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000" b="0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>REQ-003: Completar conteúdo da base (preços, prazos, instalação, compatibilidade)</a:t>
            </a:r>
            <a:r>
              <a:rPr lang="en-US" sz="2000" b="0" u="none" strike="noStrike" err="1">
                <a:solidFill>
                  <a:schemeClr val="dk1"/>
                </a:solidFill>
                <a:effectLst/>
                <a:uFillTx/>
                <a:latin typeface="Calibri"/>
              </a:rPr>
              <a:t/>
            </a: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/>
            </a:r>
            <a:endParaRPr lang="en-US" sz="2000" b="0" u="none" strike="noStrike" dirty="0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43080" indent="-343080" algn="l"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000" b="0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>REQ-003: Fallback de resposta insuficiente (1 clarificação + escalonar)</a:t>
            </a:r>
            <a:r>
              <a:rPr lang="en-US" sz="2000" b="0" u="none" strike="noStrike" err="1">
                <a:solidFill>
                  <a:schemeClr val="dk1"/>
                </a:solidFill>
                <a:effectLst/>
                <a:uFillTx/>
                <a:latin typeface="Calibri"/>
              </a:rPr>
              <a:t/>
            </a: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/>
            </a:r>
            <a:endParaRPr lang="en-US" sz="2000" b="0" u="none" strike="noStrike" dirty="0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43080" indent="-343080" algn="l"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000" b="0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>REQ-003: Devolver controle ao fluxo de qualificação após responder FAQ</a:t>
            </a:r>
            <a:r>
              <a:rPr lang="en-US" sz="2000" b="0" u="none" strike="noStrike" err="1">
                <a:solidFill>
                  <a:schemeClr val="dk1"/>
                </a:solidFill>
                <a:effectLst/>
                <a:uFillTx/>
                <a:latin typeface="Calibri"/>
              </a:rPr>
              <a:t/>
            </a: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/>
            </a:r>
            <a:endParaRPr lang="en-US" sz="2000" b="0" u="none" strike="noStrike" dirty="0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43080" indent="-343080" algn="l"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000" b="0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>REQ-003: Não acionar RAG durante qualificação dirigida</a:t>
            </a:r>
            <a:r>
              <a:rPr lang="en-US" sz="2000" b="0" u="none" strike="noStrike" err="1">
                <a:solidFill>
                  <a:schemeClr val="dk1"/>
                </a:solidFill>
                <a:effectLst/>
                <a:uFillTx/>
                <a:latin typeface="Calibri"/>
              </a:rPr>
              <a:t/>
            </a: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/>
            </a:r>
            <a:endParaRPr lang="en-US" sz="2000" b="0" u="none" strike="noStrike" dirty="0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43080" indent="-343080" algn="l"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000" b="0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>REQ-003: Envio de catálogo</a:t>
            </a:r>
            <a:r>
              <a:rPr lang="en-US" sz="2000" b="0" u="none" strike="noStrike" err="1">
                <a:solidFill>
                  <a:schemeClr val="dk1"/>
                </a:solidFill>
                <a:effectLst/>
                <a:uFillTx/>
                <a:latin typeface="Calibri"/>
              </a:rPr>
              <a:t/>
            </a: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/>
            </a:r>
            <a:endParaRPr lang="en-US" sz="2000" b="0" u="none" strike="noStrike" dirty="0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43080" indent="-343080" algn="l"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000" b="0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>REQ-003: Instrumentação de NFRs (tempo de resposta, concisão)</a:t>
            </a:r>
            <a:r>
              <a:rPr lang="en-US" sz="2000" b="0" u="none" strike="noStrike" err="1">
                <a:solidFill>
                  <a:schemeClr val="dk1"/>
                </a:solidFill>
                <a:effectLst/>
                <a:uFillTx/>
                <a:latin typeface="Calibri"/>
              </a:rPr>
              <a:t/>
            </a: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/>
            </a:r>
            <a:endParaRPr lang="en-US" sz="2000" b="0" u="none" strike="noStrike" dirty="0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43080" indent="-343080" algn="l"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000" b="0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>REQ-004: Notificação ao atendente via WhatsApp</a:t>
            </a:r>
            <a:r>
              <a:rPr lang="en-US" sz="2000" b="0" u="none" strike="noStrike" err="1">
                <a:solidFill>
                  <a:schemeClr val="dk1"/>
                </a:solidFill>
                <a:effectLst/>
                <a:uFillTx/>
                <a:latin typeface="Calibri"/>
              </a:rPr>
              <a:t/>
            </a: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/>
            </a:r>
            <a:endParaRPr lang="en-US" sz="2000" b="0" u="none" strike="noStrike" dirty="0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94" name="Imagem 93"/>
          <p:cNvPicPr/>
          <p:nvPr/>
        </p:nvPicPr>
        <p:blipFill>
          <a:blip r:embed="rId2"/>
          <a:stretch/>
        </p:blipFill>
        <p:spPr>
          <a:xfrm>
            <a:off x="720" y="-28800"/>
            <a:ext cx="9142560" cy="16477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5" name="Title 11"/>
          <p:cNvSpPr/>
          <p:nvPr/>
        </p:nvSpPr>
        <p:spPr>
          <a:xfrm>
            <a:off x="915480" y="180000"/>
            <a:ext cx="8228160" cy="1141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4400" b="0" u="none" strike="noStrike">
                <a:solidFill>
                  <a:srgbClr val="EA7500"/>
                </a:solidFill>
                <a:effectLst/>
                <a:uFillTx/>
                <a:latin typeface="Calibri"/>
              </a:rPr>
              <a:t>Backlog pendente</a:t>
            </a:r>
            <a:endParaRPr lang="pt-B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93" name="PlaceHolder 1"/>
          <p:cNvSpPr>
            <a:spLocks noGrp="1"/>
          </p:cNvSpPr>
          <p:nvPr>
            <p:ph/>
          </p:nvPr>
        </p:nvSpPr>
        <p:spPr>
          <a:xfrm>
            <a:off x="457200" y="1827720"/>
            <a:ext cx="8228160" cy="4850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marL="343080" indent="-343080" algn="l"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000" b="0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>REQ-004: Geração de resumo da conversa para humano</a:t>
            </a:r>
            <a:r>
              <a:rPr lang="en-US" sz="2000" b="0" u="none" strike="noStrike" err="1">
                <a:solidFill>
                  <a:schemeClr val="dk1"/>
                </a:solidFill>
                <a:effectLst/>
                <a:uFillTx/>
                <a:latin typeface="Calibri"/>
              </a:rPr>
              <a:t/>
            </a: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/>
            </a:r>
            <a:endParaRPr lang="en-US" sz="2000" b="0" u="none" strike="noStrike" dirty="0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43080" indent="-343080" algn="l"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000" b="0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>REQ-004: Gatilhos automáticos de escalonamento (insatisfação, baixa confiança, projeto complexo)</a:t>
            </a:r>
            <a:r>
              <a:rPr lang="en-US" sz="2000" b="0" u="none" strike="noStrike" err="1">
                <a:solidFill>
                  <a:schemeClr val="dk1"/>
                </a:solidFill>
                <a:effectLst/>
                <a:uFillTx/>
                <a:latin typeface="Calibri"/>
              </a:rPr>
              <a:t/>
            </a: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/>
            </a:r>
            <a:endParaRPr lang="en-US" sz="2000" b="0" u="none" strike="noStrike" dirty="0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43080" indent="-343080" algn="l"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000" b="0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>REQ-004: Pré-qualificação antes de escalar (004.5A)</a:t>
            </a:r>
            <a:r>
              <a:rPr lang="en-US" sz="2000" b="0" u="none" strike="noStrike" err="1">
                <a:solidFill>
                  <a:schemeClr val="dk1"/>
                </a:solidFill>
                <a:effectLst/>
                <a:uFillTx/>
                <a:latin typeface="Calibri"/>
              </a:rPr>
              <a:t/>
            </a: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/>
            </a:r>
            <a:endParaRPr lang="en-US" sz="2000" b="0" u="none" strike="noStrike" dirty="0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43080" indent="-343080" algn="l"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000" b="0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>REQ-004: Mensagem de transição ao cliente</a:t>
            </a:r>
            <a:r>
              <a:rPr lang="en-US" sz="2000" b="0" u="none" strike="noStrike" err="1">
                <a:solidFill>
                  <a:schemeClr val="dk1"/>
                </a:solidFill>
                <a:effectLst/>
                <a:uFillTx/>
                <a:latin typeface="Calibri"/>
              </a:rPr>
              <a:t/>
            </a: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/>
            </a:r>
            <a:endParaRPr lang="en-US" sz="2000" b="0" u="none" strike="noStrike" dirty="0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43080" indent="-343080" algn="l"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000" b="0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>REQ-004: Validar suspensão de respostas automáticas em todos os módulos</a:t>
            </a:r>
            <a:r>
              <a:rPr lang="en-US" sz="2000" b="0" u="none" strike="noStrike" err="1">
                <a:solidFill>
                  <a:schemeClr val="dk1"/>
                </a:solidFill>
                <a:effectLst/>
                <a:uFillTx/>
                <a:latin typeface="Calibri"/>
              </a:rPr>
              <a:t/>
            </a: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/>
            </a:r>
            <a:endParaRPr lang="en-US" sz="2000" b="0" u="none" strike="noStrike" dirty="0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43080" indent="-343080" algn="l"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000" b="0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>REQ-004: Instrumentação SLA + auditabilidade</a:t>
            </a:r>
            <a:r>
              <a:rPr lang="en-US" sz="2000" b="0" u="none" strike="noStrike" err="1">
                <a:solidFill>
                  <a:schemeClr val="dk1"/>
                </a:solidFill>
                <a:effectLst/>
                <a:uFillTx/>
                <a:latin typeface="Calibri"/>
              </a:rPr>
              <a:t/>
            </a: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/>
            </a:r>
            <a:endParaRPr lang="en-US" sz="2000" b="0" u="none" strike="noStrike" dirty="0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43080" indent="-343080" algn="l"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000" b="0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>REQ-005: Eventos de transição de estado (ator + motivo + timestamp)</a:t>
            </a:r>
            <a:r>
              <a:rPr lang="en-US" sz="2000" b="0" u="none" strike="noStrike" err="1">
                <a:solidFill>
                  <a:schemeClr val="dk1"/>
                </a:solidFill>
                <a:effectLst/>
                <a:uFillTx/>
                <a:latin typeface="Calibri"/>
              </a:rPr>
              <a:t/>
            </a: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/>
            </a:r>
            <a:endParaRPr lang="en-US" sz="2000" b="0" u="none" strike="noStrike" dirty="0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94" name="Imagem 93"/>
          <p:cNvPicPr/>
          <p:nvPr/>
        </p:nvPicPr>
        <p:blipFill>
          <a:blip r:embed="rId2"/>
          <a:stretch/>
        </p:blipFill>
        <p:spPr>
          <a:xfrm>
            <a:off x="720" y="-28800"/>
            <a:ext cx="9142560" cy="16477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5" name="Title 11"/>
          <p:cNvSpPr/>
          <p:nvPr/>
        </p:nvSpPr>
        <p:spPr>
          <a:xfrm>
            <a:off x="915480" y="180000"/>
            <a:ext cx="8228160" cy="1141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4400" b="0" u="none" strike="noStrike">
                <a:solidFill>
                  <a:srgbClr val="EA7500"/>
                </a:solidFill>
                <a:effectLst/>
                <a:uFillTx/>
                <a:latin typeface="Calibri"/>
              </a:rPr>
              <a:t>Backlog pendente</a:t>
            </a:r>
            <a:endParaRPr lang="pt-B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93" name="PlaceHolder 1"/>
          <p:cNvSpPr>
            <a:spLocks noGrp="1"/>
          </p:cNvSpPr>
          <p:nvPr>
            <p:ph/>
          </p:nvPr>
        </p:nvSpPr>
        <p:spPr>
          <a:xfrm>
            <a:off x="457200" y="1827720"/>
            <a:ext cx="8228160" cy="4850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marL="343080" indent="-343080" algn="l"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000" b="0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>REQ-005: Eventos de orçamento e de erros</a:t>
            </a:r>
            <a:r>
              <a:rPr lang="en-US" sz="2000" b="0" u="none" strike="noStrike" err="1">
                <a:solidFill>
                  <a:schemeClr val="dk1"/>
                </a:solidFill>
                <a:effectLst/>
                <a:uFillTx/>
                <a:latin typeface="Calibri"/>
              </a:rPr>
              <a:t/>
            </a: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/>
            </a:r>
            <a:endParaRPr lang="en-US" sz="2000" b="0" u="none" strike="noStrike" dirty="0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43080" indent="-343080" algn="l"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000" b="0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>REQ-005: Consulta/filtro de histórico por cliente/período/status</a:t>
            </a:r>
            <a:r>
              <a:rPr lang="en-US" sz="2000" b="0" u="none" strike="noStrike" err="1">
                <a:solidFill>
                  <a:schemeClr val="dk1"/>
                </a:solidFill>
                <a:effectLst/>
                <a:uFillTx/>
                <a:latin typeface="Calibri"/>
              </a:rPr>
              <a:t/>
            </a: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/>
            </a:r>
            <a:endParaRPr lang="en-US" sz="2000" b="0" u="none" strike="noStrike" dirty="0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43080" indent="-343080" algn="l"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000" b="0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>REQ-005: Imutabilidade do registro enforced</a:t>
            </a:r>
            <a:r>
              <a:rPr lang="en-US" sz="2000" b="0" u="none" strike="noStrike" err="1">
                <a:solidFill>
                  <a:schemeClr val="dk1"/>
                </a:solidFill>
                <a:effectLst/>
                <a:uFillTx/>
                <a:latin typeface="Calibri"/>
              </a:rPr>
              <a:t/>
            </a: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/>
            </a:r>
            <a:endParaRPr lang="en-US" sz="2000" b="0" u="none" strike="noStrike" dirty="0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43080" indent="-343080" algn="l"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000" b="0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>REQ-005: Política para dados sensíveis</a:t>
            </a:r>
            <a:r>
              <a:rPr lang="en-US" sz="2000" b="0" u="none" strike="noStrike" err="1">
                <a:solidFill>
                  <a:schemeClr val="dk1"/>
                </a:solidFill>
                <a:effectLst/>
                <a:uFillTx/>
                <a:latin typeface="Calibri"/>
              </a:rPr>
              <a:t/>
            </a: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/>
            </a:r>
            <a:endParaRPr lang="en-US" sz="2000" b="0" u="none" strike="noStrike" dirty="0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43080" indent="-343080" algn="l"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000" b="0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>REQ-006: Estados de orçamento batendo com REQ (rascunho/enviado/convertido/perdido)</a:t>
            </a:r>
            <a:r>
              <a:rPr lang="en-US" sz="2000" b="0" u="none" strike="noStrike" err="1">
                <a:solidFill>
                  <a:schemeClr val="dk1"/>
                </a:solidFill>
                <a:effectLst/>
                <a:uFillTx/>
                <a:latin typeface="Calibri"/>
              </a:rPr>
              <a:t/>
            </a: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/>
            </a:r>
            <a:endParaRPr lang="en-US" sz="2000" b="0" u="none" strike="noStrike" dirty="0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43080" indent="-343080" algn="l"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000" b="0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>REQ-006: Campo motivo para orçamentos perdidos</a:t>
            </a:r>
            <a:r>
              <a:rPr lang="en-US" sz="2000" b="0" u="none" strike="noStrike" err="1">
                <a:solidFill>
                  <a:schemeClr val="dk1"/>
                </a:solidFill>
                <a:effectLst/>
                <a:uFillTx/>
                <a:latin typeface="Calibri"/>
              </a:rPr>
              <a:t/>
            </a: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/>
            </a:r>
            <a:endParaRPr lang="en-US" sz="2000" b="0" u="none" strike="noStrike" dirty="0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43080" indent="-343080" algn="l"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000" b="0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>REQ-006: Endpoints + UI de atualização manual de status</a:t>
            </a:r>
            <a:r>
              <a:rPr lang="en-US" sz="2000" b="0" u="none" strike="noStrike" err="1">
                <a:solidFill>
                  <a:schemeClr val="dk1"/>
                </a:solidFill>
                <a:effectLst/>
                <a:uFillTx/>
                <a:latin typeface="Calibri"/>
              </a:rPr>
              <a:t/>
            </a: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/>
            </a:r>
            <a:endParaRPr lang="en-US" sz="2000" b="0" u="none" strike="noStrike" dirty="0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94" name="Imagem 93"/>
          <p:cNvPicPr/>
          <p:nvPr/>
        </p:nvPicPr>
        <p:blipFill>
          <a:blip r:embed="rId2"/>
          <a:stretch/>
        </p:blipFill>
        <p:spPr>
          <a:xfrm>
            <a:off x="720" y="-28800"/>
            <a:ext cx="9142560" cy="16477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5" name="Title 11"/>
          <p:cNvSpPr/>
          <p:nvPr/>
        </p:nvSpPr>
        <p:spPr>
          <a:xfrm>
            <a:off x="915480" y="180000"/>
            <a:ext cx="8228160" cy="1141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4400" b="0" u="none" strike="noStrike">
                <a:solidFill>
                  <a:srgbClr val="EA7500"/>
                </a:solidFill>
                <a:effectLst/>
                <a:uFillTx/>
                <a:latin typeface="Calibri"/>
              </a:rPr>
              <a:t>Backlog pendente</a:t>
            </a:r>
            <a:endParaRPr lang="pt-B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93" name="PlaceHolder 1"/>
          <p:cNvSpPr>
            <a:spLocks noGrp="1"/>
          </p:cNvSpPr>
          <p:nvPr>
            <p:ph/>
          </p:nvPr>
        </p:nvSpPr>
        <p:spPr>
          <a:xfrm>
            <a:off x="457200" y="1827720"/>
            <a:ext cx="8228160" cy="4850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marL="343080" indent="-343080" algn="l"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000" b="0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>REQ-006: Auditoria de autoria das alterações</a:t>
            </a:r>
            <a:r>
              <a:rPr lang="en-US" sz="2000" b="0" u="none" strike="noStrike" err="1">
                <a:solidFill>
                  <a:schemeClr val="dk1"/>
                </a:solidFill>
                <a:effectLst/>
                <a:uFillTx/>
                <a:latin typeface="Calibri"/>
              </a:rPr>
              <a:t/>
            </a: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/>
            </a:r>
            <a:endParaRPr lang="en-US" sz="2000" b="0" u="none" strike="noStrike" dirty="0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43080" indent="-343080" algn="l"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000" b="0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>REQ-006: Listagem filtrada por período/cliente/status</a:t>
            </a:r>
            <a:r>
              <a:rPr lang="en-US" sz="2000" b="0" u="none" strike="noStrike" err="1">
                <a:solidFill>
                  <a:schemeClr val="dk1"/>
                </a:solidFill>
                <a:effectLst/>
                <a:uFillTx/>
                <a:latin typeface="Calibri"/>
              </a:rPr>
              <a:t/>
            </a: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/>
            </a:r>
            <a:endParaRPr lang="en-US" sz="2000" b="0" u="none" strike="noStrike" dirty="0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43080" indent="-343080" algn="l"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000" b="0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>REQ-006: Tela de visualização consolidada</a:t>
            </a:r>
            <a:r>
              <a:rPr lang="en-US" sz="2000" b="0" u="none" strike="noStrike" err="1">
                <a:solidFill>
                  <a:schemeClr val="dk1"/>
                </a:solidFill>
                <a:effectLst/>
                <a:uFillTx/>
                <a:latin typeface="Calibri"/>
              </a:rPr>
              <a:t/>
            </a: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/>
            </a:r>
            <a:endParaRPr lang="en-US" sz="2000" b="0" u="none" strike="noStrike" dirty="0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43080" indent="-343080" algn="l"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000" b="0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>REQ-007: Classificação formal positivo/neutro/negativo</a:t>
            </a:r>
            <a:r>
              <a:rPr lang="en-US" sz="2000" b="0" u="none" strike="noStrike" err="1">
                <a:solidFill>
                  <a:schemeClr val="dk1"/>
                </a:solidFill>
                <a:effectLst/>
                <a:uFillTx/>
                <a:latin typeface="Calibri"/>
              </a:rPr>
              <a:t/>
            </a: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/>
            </a:r>
            <a:endParaRPr lang="en-US" sz="2000" b="0" u="none" strike="noStrike" dirty="0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43080" indent="-343080" algn="l"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000" b="0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>REQ-007: Persistência das classificações de sentimento</a:t>
            </a:r>
            <a:r>
              <a:rPr lang="en-US" sz="2000" b="0" u="none" strike="noStrike" err="1">
                <a:solidFill>
                  <a:schemeClr val="dk1"/>
                </a:solidFill>
                <a:effectLst/>
                <a:uFillTx/>
                <a:latin typeface="Calibri"/>
              </a:rPr>
              <a:t/>
            </a: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/>
            </a:r>
            <a:endParaRPr lang="en-US" sz="2000" b="0" u="none" strike="noStrike" dirty="0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43080" indent="-343080" algn="l"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000" b="0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>REQ-007: Flag de conversa crítica integrada ao escalonamento (REQ-004/REQ-005)</a:t>
            </a:r>
            <a:r>
              <a:rPr lang="en-US" sz="2000" b="0" u="none" strike="noStrike" err="1">
                <a:solidFill>
                  <a:schemeClr val="dk1"/>
                </a:solidFill>
                <a:effectLst/>
                <a:uFillTx/>
                <a:latin typeface="Calibri"/>
              </a:rPr>
              <a:t/>
            </a: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/>
            </a:r>
            <a:endParaRPr lang="en-US" sz="2000" b="0" u="none" strike="noStrike" dirty="0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43080" indent="-343080" algn="l"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000" b="0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>REQ-008: Webhook Twilio com idempotência e validação de assinatura</a:t>
            </a:r>
            <a:r>
              <a:rPr lang="en-US" sz="2000" b="0" u="none" strike="noStrike" err="1">
                <a:solidFill>
                  <a:schemeClr val="dk1"/>
                </a:solidFill>
                <a:effectLst/>
                <a:uFillTx/>
                <a:latin typeface="Calibri"/>
              </a:rPr>
              <a:t/>
            </a: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/>
            </a:r>
            <a:endParaRPr lang="en-US" sz="2000" b="0" u="none" strike="noStrike" dirty="0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94" name="Imagem 93"/>
          <p:cNvPicPr/>
          <p:nvPr/>
        </p:nvPicPr>
        <p:blipFill>
          <a:blip r:embed="rId2"/>
          <a:stretch/>
        </p:blipFill>
        <p:spPr>
          <a:xfrm>
            <a:off x="720" y="-28800"/>
            <a:ext cx="9142560" cy="16477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5" name="Title 11"/>
          <p:cNvSpPr/>
          <p:nvPr/>
        </p:nvSpPr>
        <p:spPr>
          <a:xfrm>
            <a:off x="915480" y="180000"/>
            <a:ext cx="8228160" cy="1141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4400" b="0" u="none" strike="noStrike">
                <a:solidFill>
                  <a:srgbClr val="EA7500"/>
                </a:solidFill>
                <a:effectLst/>
                <a:uFillTx/>
                <a:latin typeface="Calibri"/>
              </a:rPr>
              <a:t>Backlog pendente</a:t>
            </a:r>
            <a:endParaRPr lang="pt-B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93" name="PlaceHolder 1"/>
          <p:cNvSpPr>
            <a:spLocks noGrp="1"/>
          </p:cNvSpPr>
          <p:nvPr>
            <p:ph/>
          </p:nvPr>
        </p:nvSpPr>
        <p:spPr>
          <a:xfrm>
            <a:off x="457200" y="1827720"/>
            <a:ext cx="8228160" cy="4850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marL="343080" indent="-343080" algn="l"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000" b="0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>REQ-008: Envio outbound de mensagens via Twilio API</a:t>
            </a:r>
            <a:r>
              <a:rPr lang="en-US" sz="2000" b="0" u="none" strike="noStrike" err="1">
                <a:solidFill>
                  <a:schemeClr val="dk1"/>
                </a:solidFill>
                <a:effectLst/>
                <a:uFillTx/>
                <a:latin typeface="Calibri"/>
              </a:rPr>
              <a:t/>
            </a: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/>
            </a:r>
            <a:endParaRPr lang="en-US" sz="2000" b="0" u="none" strike="noStrike" dirty="0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43080" indent="-343080" algn="l"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000" b="0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>REQ-008: Tratamento de links e arquivos</a:t>
            </a:r>
            <a:r>
              <a:rPr lang="en-US" sz="2000" b="0" u="none" strike="noStrike" err="1">
                <a:solidFill>
                  <a:schemeClr val="dk1"/>
                </a:solidFill>
                <a:effectLst/>
                <a:uFillTx/>
                <a:latin typeface="Calibri"/>
              </a:rPr>
              <a:t/>
            </a: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/>
            </a:r>
            <a:endParaRPr lang="en-US" sz="2000" b="0" u="none" strike="noStrike" dirty="0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43080" indent="-343080" algn="l"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000" b="0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>REQ-008: Política de retry e registro de erros de envio</a:t>
            </a:r>
            <a:r>
              <a:rPr lang="en-US" sz="2000" b="0" u="none" strike="noStrike" err="1">
                <a:solidFill>
                  <a:schemeClr val="dk1"/>
                </a:solidFill>
                <a:effectLst/>
                <a:uFillTx/>
                <a:latin typeface="Calibri"/>
              </a:rPr>
              <a:t/>
            </a: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/>
            </a:r>
            <a:endParaRPr lang="en-US" sz="2000" b="0" u="none" strike="noStrike" dirty="0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43080" indent="-343080" algn="l"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000" b="0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>REQ-008: Auditoria de proteção dos segredos Twilio</a:t>
            </a:r>
            <a:r>
              <a:rPr lang="en-US" sz="2000" b="0" u="none" strike="noStrike" err="1">
                <a:solidFill>
                  <a:schemeClr val="dk1"/>
                </a:solidFill>
                <a:effectLst/>
                <a:uFillTx/>
                <a:latin typeface="Calibri"/>
              </a:rPr>
              <a:t/>
            </a: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/>
            </a:r>
            <a:endParaRPr lang="en-US" sz="2000" b="0" u="none" strike="noStrike" dirty="0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43080" indent="-343080" algn="l"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000" b="0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>REQ-009: Detecção de reclamação pós-venda</a:t>
            </a:r>
            <a:r>
              <a:rPr lang="en-US" sz="2000" b="0" u="none" strike="noStrike" err="1">
                <a:solidFill>
                  <a:schemeClr val="dk1"/>
                </a:solidFill>
                <a:effectLst/>
                <a:uFillTx/>
                <a:latin typeface="Calibri"/>
              </a:rPr>
              <a:t/>
            </a: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/>
            </a:r>
            <a:endParaRPr lang="en-US" sz="2000" b="0" u="none" strike="noStrike" dirty="0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43080" indent="-343080" algn="l"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000" b="0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>REQ-009: Identificação do orçamento por telefone</a:t>
            </a:r>
            <a:r>
              <a:rPr lang="en-US" sz="2000" b="0" u="none" strike="noStrike" err="1">
                <a:solidFill>
                  <a:schemeClr val="dk1"/>
                </a:solidFill>
                <a:effectLst/>
                <a:uFillTx/>
                <a:latin typeface="Calibri"/>
              </a:rPr>
              <a:t/>
            </a: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/>
            </a:r>
            <a:endParaRPr lang="en-US" sz="2000" b="0" u="none" strike="noStrike" dirty="0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43080" indent="-343080" algn="l"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000" b="0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>REQ-009: Confirmação com o cliente + escalonamento com contexto completo</a:t>
            </a:r>
            <a:r>
              <a:rPr lang="en-US" sz="2000" b="0" u="none" strike="noStrike" err="1">
                <a:solidFill>
                  <a:schemeClr val="dk1"/>
                </a:solidFill>
                <a:effectLst/>
                <a:uFillTx/>
                <a:latin typeface="Calibri"/>
              </a:rPr>
              <a:t/>
            </a: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/>
            </a:r>
            <a:endParaRPr lang="en-US" sz="2000" b="0" u="none" strike="noStrike" dirty="0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94" name="Imagem 93"/>
          <p:cNvPicPr/>
          <p:nvPr/>
        </p:nvPicPr>
        <p:blipFill>
          <a:blip r:embed="rId2"/>
          <a:stretch/>
        </p:blipFill>
        <p:spPr>
          <a:xfrm>
            <a:off x="720" y="-28800"/>
            <a:ext cx="9142560" cy="16477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5" name="Title 11"/>
          <p:cNvSpPr/>
          <p:nvPr/>
        </p:nvSpPr>
        <p:spPr>
          <a:xfrm>
            <a:off x="915480" y="180000"/>
            <a:ext cx="8228160" cy="1141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4400" b="0" u="none" strike="noStrike">
                <a:solidFill>
                  <a:srgbClr val="EA7500"/>
                </a:solidFill>
                <a:effectLst/>
                <a:uFillTx/>
                <a:latin typeface="Calibri"/>
              </a:rPr>
              <a:t>Backlog pendente</a:t>
            </a:r>
            <a:endParaRPr lang="pt-B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93" name="PlaceHolder 1"/>
          <p:cNvSpPr>
            <a:spLocks noGrp="1"/>
          </p:cNvSpPr>
          <p:nvPr>
            <p:ph/>
          </p:nvPr>
        </p:nvSpPr>
        <p:spPr>
          <a:xfrm>
            <a:off x="457200" y="1827720"/>
            <a:ext cx="8228160" cy="4850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marL="343080" indent="-343080" algn="l"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000" b="0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>REQ-010: Tela de listagem de orçamentos</a:t>
            </a:r>
            <a:r>
              <a:rPr lang="en-US" sz="2000" b="0" u="none" strike="noStrike" err="1">
                <a:solidFill>
                  <a:schemeClr val="dk1"/>
                </a:solidFill>
                <a:effectLst/>
                <a:uFillTx/>
                <a:latin typeface="Calibri"/>
              </a:rPr>
              <a:t/>
            </a: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/>
            </a:r>
            <a:endParaRPr lang="en-US" sz="2000" b="0" u="none" strike="noStrike" dirty="0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43080" indent="-343080" algn="l"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000" b="0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>REQ-010: Tela de detalhe do orçamento</a:t>
            </a:r>
            <a:r>
              <a:rPr lang="en-US" sz="2000" b="0" u="none" strike="noStrike" err="1">
                <a:solidFill>
                  <a:schemeClr val="dk1"/>
                </a:solidFill>
                <a:effectLst/>
                <a:uFillTx/>
                <a:latin typeface="Calibri"/>
              </a:rPr>
              <a:t/>
            </a: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/>
            </a:r>
            <a:endParaRPr lang="en-US" sz="2000" b="0" u="none" strike="noStrike" dirty="0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43080" indent="-343080" algn="l"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000" b="0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>REQ-010: Tela de escalonamentos consolidada</a:t>
            </a:r>
            <a:r>
              <a:rPr lang="en-US" sz="2000" b="0" u="none" strike="noStrike" err="1">
                <a:solidFill>
                  <a:schemeClr val="dk1"/>
                </a:solidFill>
                <a:effectLst/>
                <a:uFillTx/>
                <a:latin typeface="Calibri"/>
              </a:rPr>
              <a:t/>
            </a: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/>
            </a:r>
            <a:endParaRPr lang="en-US" sz="2000" b="0" u="none" strike="noStrike" dirty="0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43080" indent="-343080" algn="l"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000" b="0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>REQ-010: UI de atualização manual de status do orçamento</a:t>
            </a:r>
            <a:r>
              <a:rPr lang="en-US" sz="2000" b="0" u="none" strike="noStrike" err="1">
                <a:solidFill>
                  <a:schemeClr val="dk1"/>
                </a:solidFill>
                <a:effectLst/>
                <a:uFillTx/>
                <a:latin typeface="Calibri"/>
              </a:rPr>
              <a:t/>
            </a: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/>
            </a:r>
            <a:endParaRPr lang="en-US" sz="2000" b="0" u="none" strike="noStrike" dirty="0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43080" indent="-343080" algn="l"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000" b="0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>REQ-010: Filtros consolidados de histórico</a:t>
            </a:r>
            <a:r>
              <a:rPr lang="en-US" sz="2000" b="0" u="none" strike="noStrike" err="1">
                <a:solidFill>
                  <a:schemeClr val="dk1"/>
                </a:solidFill>
                <a:effectLst/>
                <a:uFillTx/>
                <a:latin typeface="Calibri"/>
              </a:rPr>
              <a:t/>
            </a: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/>
            </a:r>
            <a:endParaRPr lang="en-US" sz="2000" b="0" u="none" strike="noStrike" dirty="0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43080" indent="-343080" algn="l"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000" b="0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>REQ-011: Enum de 3 modos de execução (simulacao / conversa_controlada / execucao_normal)</a:t>
            </a:r>
            <a:r>
              <a:rPr lang="en-US" sz="2000" b="0" u="none" strike="noStrike" err="1">
                <a:solidFill>
                  <a:schemeClr val="dk1"/>
                </a:solidFill>
                <a:effectLst/>
                <a:uFillTx/>
                <a:latin typeface="Calibri"/>
              </a:rPr>
              <a:t/>
            </a: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/>
            </a:r>
            <a:endParaRPr lang="en-US" sz="2000" b="0" u="none" strike="noStrike" dirty="0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43080" indent="-343080" algn="l"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000" b="0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>REQ-011: Gate de envio Twilio condicionado ao modo</a:t>
            </a:r>
            <a:r>
              <a:rPr lang="en-US" sz="2000" b="0" u="none" strike="noStrike" err="1">
                <a:solidFill>
                  <a:schemeClr val="dk1"/>
                </a:solidFill>
                <a:effectLst/>
                <a:uFillTx/>
                <a:latin typeface="Calibri"/>
              </a:rPr>
              <a:t/>
            </a: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/>
            </a:r>
            <a:endParaRPr lang="en-US" sz="2000" b="0" u="none" strike="noStrike" dirty="0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94" name="Imagem 93"/>
          <p:cNvPicPr/>
          <p:nvPr/>
        </p:nvPicPr>
        <p:blipFill>
          <a:blip r:embed="rId2"/>
          <a:stretch/>
        </p:blipFill>
        <p:spPr>
          <a:xfrm>
            <a:off x="720" y="-28800"/>
            <a:ext cx="9142560" cy="16477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5" name="Title 11"/>
          <p:cNvSpPr/>
          <p:nvPr/>
        </p:nvSpPr>
        <p:spPr>
          <a:xfrm>
            <a:off x="915480" y="180000"/>
            <a:ext cx="8228160" cy="1141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4400" b="0" u="none" strike="noStrike">
                <a:solidFill>
                  <a:srgbClr val="EA7500"/>
                </a:solidFill>
                <a:effectLst/>
                <a:uFillTx/>
                <a:latin typeface="Calibri"/>
              </a:rPr>
              <a:t>Backlog pendente</a:t>
            </a:r>
            <a:endParaRPr lang="pt-B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93" name="PlaceHolder 1"/>
          <p:cNvSpPr>
            <a:spLocks noGrp="1"/>
          </p:cNvSpPr>
          <p:nvPr>
            <p:ph/>
          </p:nvPr>
        </p:nvSpPr>
        <p:spPr>
          <a:xfrm>
            <a:off x="457200" y="1827720"/>
            <a:ext cx="8228160" cy="4850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marL="343080" indent="-343080" algn="l"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000" b="0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>REQ-012: Histórico de transições do report (status + ator + timestamp)</a:t>
            </a:r>
            <a:r>
              <a:rPr lang="en-US" sz="2000" b="0" u="none" strike="noStrike" err="1">
                <a:solidFill>
                  <a:schemeClr val="dk1"/>
                </a:solidFill>
                <a:effectLst/>
                <a:uFillTx/>
                <a:latin typeface="Calibri"/>
              </a:rPr>
              <a:t/>
            </a: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/>
            </a:r>
            <a:endParaRPr lang="en-US" sz="2000" b="0" u="none" strike="noStrike" dirty="0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43080" indent="-343080" algn="l"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000" b="0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>REQ-012: Filtros adicionais na listagem de reports</a:t>
            </a:r>
            <a:r>
              <a:rPr lang="en-US" sz="2000" b="0" u="none" strike="noStrike" err="1">
                <a:solidFill>
                  <a:schemeClr val="dk1"/>
                </a:solidFill>
                <a:effectLst/>
                <a:uFillTx/>
                <a:latin typeface="Calibri"/>
              </a:rPr>
              <a:t/>
            </a: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/>
            </a:r>
            <a:endParaRPr lang="en-US" sz="2000" b="0" u="none" strike="noStrike" dirty="0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43080" indent="-343080" algn="l"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000" b="0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>REQ-012: Ação 'criar par Q&amp;A a partir do report' (integra REQ-013)</a:t>
            </a:r>
            <a:r>
              <a:rPr lang="en-US" sz="2000" b="0" u="none" strike="noStrike" err="1">
                <a:solidFill>
                  <a:schemeClr val="dk1"/>
                </a:solidFill>
                <a:effectLst/>
                <a:uFillTx/>
                <a:latin typeface="Calibri"/>
              </a:rPr>
              <a:t/>
            </a: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/>
            </a:r>
            <a:endParaRPr lang="en-US" sz="2000" b="0" u="none" strike="noStrike" dirty="0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43080" indent="-343080" algn="l"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000" b="0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>REQ-013: Criação de par Q&amp;A a partir de report (REQ-012)</a:t>
            </a:r>
            <a:r>
              <a:rPr lang="en-US" sz="2000" b="0" u="none" strike="noStrike" err="1">
                <a:solidFill>
                  <a:schemeClr val="dk1"/>
                </a:solidFill>
                <a:effectLst/>
                <a:uFillTx/>
                <a:latin typeface="Calibri"/>
              </a:rPr>
              <a:t/>
            </a: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/>
            </a:r>
            <a:endParaRPr lang="en-US" sz="2000" b="0" u="none" strike="noStrike" dirty="0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43080" indent="-343080" algn="l"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000" b="0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>REQ-013: Filtro por contexto na busca de pares</a:t>
            </a:r>
            <a:r>
              <a:rPr lang="en-US" sz="2000" b="0" u="none" strike="noStrike" err="1">
                <a:solidFill>
                  <a:schemeClr val="dk1"/>
                </a:solidFill>
                <a:effectLst/>
                <a:uFillTx/>
                <a:latin typeface="Calibri"/>
              </a:rPr>
              <a:t/>
            </a: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/>
            </a:r>
            <a:endParaRPr lang="en-US" sz="2000" b="0" u="none" strike="noStrike" dirty="0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43080" indent="-343080" algn="l"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000" b="0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>REQ-013: Auditoria do uso de pares Q&amp;A em ProcessamentoMensagem</a:t>
            </a:r>
            <a:r>
              <a:rPr lang="en-US" sz="2000" b="0" u="none" strike="noStrike" err="1">
                <a:solidFill>
                  <a:schemeClr val="dk1"/>
                </a:solidFill>
                <a:effectLst/>
                <a:uFillTx/>
                <a:latin typeface="Calibri"/>
              </a:rPr>
              <a:t/>
            </a: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/>
            </a:r>
            <a:endParaRPr lang="en-US" sz="2000" b="0" u="none" strike="noStrike" dirty="0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43080" indent="-343080" algn="l"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000" b="0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>REQ-013: Detecção de duplicatas na criação</a:t>
            </a:r>
            <a:r>
              <a:rPr lang="en-US" sz="2000" b="0" u="none" strike="noStrike" err="1">
                <a:solidFill>
                  <a:schemeClr val="dk1"/>
                </a:solidFill>
                <a:effectLst/>
                <a:uFillTx/>
                <a:latin typeface="Calibri"/>
              </a:rPr>
              <a:t/>
            </a: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/>
            </a:r>
            <a:endParaRPr lang="en-US" sz="2000" b="0" u="none" strike="noStrike" dirty="0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94" name="Imagem 93"/>
          <p:cNvPicPr/>
          <p:nvPr/>
        </p:nvPicPr>
        <p:blipFill>
          <a:blip r:embed="rId2"/>
          <a:stretch/>
        </p:blipFill>
        <p:spPr>
          <a:xfrm>
            <a:off x="720" y="-28800"/>
            <a:ext cx="9142560" cy="16477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5" name="Title 11"/>
          <p:cNvSpPr/>
          <p:nvPr/>
        </p:nvSpPr>
        <p:spPr>
          <a:xfrm>
            <a:off x="915480" y="180000"/>
            <a:ext cx="8228160" cy="1141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4400" b="0" u="none" strike="noStrike">
                <a:solidFill>
                  <a:srgbClr val="EA7500"/>
                </a:solidFill>
                <a:effectLst/>
                <a:uFillTx/>
                <a:latin typeface="Calibri"/>
              </a:rPr>
              <a:t>Backlog pendente</a:t>
            </a:r>
            <a:endParaRPr lang="pt-B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93" name="PlaceHolder 1"/>
          <p:cNvSpPr>
            <a:spLocks noGrp="1"/>
          </p:cNvSpPr>
          <p:nvPr>
            <p:ph/>
          </p:nvPr>
        </p:nvSpPr>
        <p:spPr>
          <a:xfrm>
            <a:off x="457200" y="1827720"/>
            <a:ext cx="8228160" cy="4850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marL="343080" indent="-343080" algn="l"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000" b="0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>REQ-013: Estatísticas de uso</a:t>
            </a:r>
            <a:r>
              <a:rPr lang="en-US" sz="2000" b="0" u="none" strike="noStrike" err="1">
                <a:solidFill>
                  <a:schemeClr val="dk1"/>
                </a:solidFill>
                <a:effectLst/>
                <a:uFillTx/>
                <a:latin typeface="Calibri"/>
              </a:rPr>
              <a:t/>
            </a: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/>
            </a:r>
            <a:endParaRPr lang="en-US" sz="2000" b="0" u="none" strike="noStrike" dirty="0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43080" indent="-343080" algn="l"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000" b="0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>REQ-014: Parâmetros Q&amp;A no PATCH /api/config/rag</a:t>
            </a:r>
            <a:r>
              <a:rPr lang="en-US" sz="2000" b="0" u="none" strike="noStrike" err="1">
                <a:solidFill>
                  <a:schemeClr val="dk1"/>
                </a:solidFill>
                <a:effectLst/>
                <a:uFillTx/>
                <a:latin typeface="Calibri"/>
              </a:rPr>
              <a:t/>
            </a: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/>
            </a:r>
            <a:endParaRPr lang="en-US" sz="2000" b="0" u="none" strike="noStrike" dirty="0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43080" indent="-343080" algn="l"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000" b="0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>REQ-014: Toggles *_enabled (ativar/desativar camadas individualmente)</a:t>
            </a:r>
            <a:r>
              <a:rPr lang="en-US" sz="2000" b="0" u="none" strike="noStrike" err="1">
                <a:solidFill>
                  <a:schemeClr val="dk1"/>
                </a:solidFill>
                <a:effectLst/>
                <a:uFillTx/>
                <a:latin typeface="Calibri"/>
              </a:rPr>
              <a:t/>
            </a: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/>
            </a:r>
            <a:endParaRPr lang="en-US" sz="2000" b="0" u="none" strike="noStrike" dirty="0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43080" indent="-343080" algn="l"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000" b="0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>REQ-014: Persistência das configurações entre reinícios</a:t>
            </a:r>
            <a:r>
              <a:rPr lang="en-US" sz="2000" b="0" u="none" strike="noStrike" err="1">
                <a:solidFill>
                  <a:schemeClr val="dk1"/>
                </a:solidFill>
                <a:effectLst/>
                <a:uFillTx/>
                <a:latin typeface="Calibri"/>
              </a:rPr>
              <a:t/>
            </a: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/>
            </a:r>
            <a:endParaRPr lang="en-US" sz="2000" b="0" u="none" strike="noStrike" dirty="0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43080" indent="-343080" algn="l"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000" b="0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>REQ-014: Histórico de alterações de configuração</a:t>
            </a:r>
            <a:r>
              <a:rPr lang="en-US" sz="2000" b="0" u="none" strike="noStrike" err="1">
                <a:solidFill>
                  <a:schemeClr val="dk1"/>
                </a:solidFill>
                <a:effectLst/>
                <a:uFillTx/>
                <a:latin typeface="Calibri"/>
              </a:rPr>
              <a:t/>
            </a: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/>
            </a:r>
            <a:endParaRPr lang="en-US" sz="2000" b="0" u="none" strike="noStrike" dirty="0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43080" indent="-343080" algn="l"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000" b="0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>REQ-014: Tela dedicada no painel administrativo</a:t>
            </a:r>
            <a:r>
              <a:rPr lang="en-US" sz="2000" b="0" u="none" strike="noStrike" err="1">
                <a:solidFill>
                  <a:schemeClr val="dk1"/>
                </a:solidFill>
                <a:effectLst/>
                <a:uFillTx/>
                <a:latin typeface="Calibri"/>
              </a:rPr>
              <a:t/>
            </a: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/>
            </a:r>
            <a:endParaRPr lang="en-US" sz="2000" b="0" u="none" strike="noStrike" dirty="0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43080" indent="-343080" algn="l"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000" b="0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>Q&amp;A v2: Extração automática de pares de conversas reais</a:t>
            </a:r>
            <a:r>
              <a:rPr lang="en-US" sz="2000" b="0" u="none" strike="noStrike" err="1">
                <a:solidFill>
                  <a:schemeClr val="dk1"/>
                </a:solidFill>
                <a:effectLst/>
                <a:uFillTx/>
                <a:latin typeface="Calibri"/>
              </a:rPr>
              <a:t/>
            </a: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/>
            </a:r>
            <a:endParaRPr lang="en-US" sz="2000" b="0" u="none" strike="noStrike" dirty="0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94" name="Imagem 93"/>
          <p:cNvPicPr/>
          <p:nvPr/>
        </p:nvPicPr>
        <p:blipFill>
          <a:blip r:embed="rId2"/>
          <a:stretch/>
        </p:blipFill>
        <p:spPr>
          <a:xfrm>
            <a:off x="720" y="-28800"/>
            <a:ext cx="9142560" cy="16477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5" name="Title 11"/>
          <p:cNvSpPr/>
          <p:nvPr/>
        </p:nvSpPr>
        <p:spPr>
          <a:xfrm>
            <a:off x="915480" y="180000"/>
            <a:ext cx="8228160" cy="1141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4400" b="0" u="none" strike="noStrike">
                <a:solidFill>
                  <a:srgbClr val="EA7500"/>
                </a:solidFill>
                <a:effectLst/>
                <a:uFillTx/>
                <a:latin typeface="Calibri"/>
              </a:rPr>
              <a:t>Backlog pendente</a:t>
            </a:r>
            <a:endParaRPr lang="pt-B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93" name="PlaceHolder 1"/>
          <p:cNvSpPr>
            <a:spLocks noGrp="1"/>
          </p:cNvSpPr>
          <p:nvPr>
            <p:ph/>
          </p:nvPr>
        </p:nvSpPr>
        <p:spPr>
          <a:xfrm>
            <a:off x="457200" y="1827720"/>
            <a:ext cx="8228160" cy="4850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marL="343080" indent="-343080" algn="l"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000" b="0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>Q&amp;A v2: Feedback loop — avaliação de respostas pelo operador</a:t>
            </a:r>
            <a:r>
              <a:rPr lang="en-US" sz="2000" b="0" u="none" strike="noStrike" err="1">
                <a:solidFill>
                  <a:schemeClr val="dk1"/>
                </a:solidFill>
                <a:effectLst/>
                <a:uFillTx/>
                <a:latin typeface="Calibri"/>
              </a:rPr>
              <a:t/>
            </a: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/>
            </a:r>
            <a:endParaRPr lang="en-US" sz="2000" b="0" u="none" strike="noStrike" dirty="0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43080" indent="-343080" algn="l"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000" b="0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>Q&amp;A v2: Importação em lote via CSV pelo frontend</a:t>
            </a:r>
            <a:r>
              <a:rPr lang="en-US" sz="2000" b="0" u="none" strike="noStrike" err="1">
                <a:solidFill>
                  <a:schemeClr val="dk1"/>
                </a:solidFill>
                <a:effectLst/>
                <a:uFillTx/>
                <a:latin typeface="Calibri"/>
              </a:rPr>
              <a:t/>
            </a: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/>
            </a:r>
            <a:endParaRPr lang="en-US" sz="2000" b="0" u="none" strike="noStrike" dirty="0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43080" indent="-343080" algn="l"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000" b="0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>Autenticação e autorização (JWT, roles admin/operador)</a:t>
            </a:r>
            <a:r>
              <a:rPr lang="en-US" sz="2000" b="0" u="none" strike="noStrike" err="1">
                <a:solidFill>
                  <a:schemeClr val="dk1"/>
                </a:solidFill>
                <a:effectLst/>
                <a:uFillTx/>
                <a:latin typeface="Calibri"/>
              </a:rPr>
              <a:t/>
            </a: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/>
            </a:r>
            <a:endParaRPr lang="en-US" sz="2000" b="0" u="none" strike="noStrike" dirty="0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43080" indent="-343080" algn="l"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000" b="0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>Suite de testes automatizados (backend + frontend) e cobertura mínima</a:t>
            </a:r>
            <a:r>
              <a:rPr lang="en-US" sz="2000" b="0" u="none" strike="noStrike" err="1">
                <a:solidFill>
                  <a:schemeClr val="dk1"/>
                </a:solidFill>
                <a:effectLst/>
                <a:uFillTx/>
                <a:latin typeface="Calibri"/>
              </a:rPr>
              <a:t/>
            </a: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/>
            </a:r>
            <a:endParaRPr lang="en-US" sz="2000" b="0" u="none" strike="noStrike" dirty="0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43080" indent="-343080" algn="l"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000" b="0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>Instrumentação geral de NFRs (latência, concorrência, observabilidade)</a:t>
            </a:r>
            <a:r>
              <a:rPr lang="en-US" sz="2000" b="0" u="none" strike="noStrike" err="1">
                <a:solidFill>
                  <a:schemeClr val="dk1"/>
                </a:solidFill>
                <a:effectLst/>
                <a:uFillTx/>
                <a:latin typeface="Calibri"/>
              </a:rPr>
              <a:t/>
            </a: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/>
            </a:r>
            <a:endParaRPr lang="en-US" sz="2000" b="0" u="none" strike="noStrike" dirty="0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43080" indent="-343080" algn="l"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000" b="0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>Documentação operacional / runbook de produção</a:t>
            </a:r>
            <a:r>
              <a:rPr lang="en-US" sz="2000" b="0" u="none" strike="noStrike" err="1">
                <a:solidFill>
                  <a:schemeClr val="dk1"/>
                </a:solidFill>
                <a:effectLst/>
                <a:uFillTx/>
                <a:latin typeface="Calibri"/>
              </a:rPr>
              <a:t/>
            </a: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/>
            </a:r>
            <a:endParaRPr lang="en-US" sz="2000" b="0" u="none" strike="noStrike" dirty="0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43080" indent="-343080" algn="l"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000" b="0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>Deploy em produção com domínio Inforrel</a:t>
            </a:r>
            <a:r>
              <a:rPr lang="en-US" sz="2000" b="0" u="none" strike="noStrike" err="1">
                <a:solidFill>
                  <a:schemeClr val="dk1"/>
                </a:solidFill>
                <a:effectLst/>
                <a:uFillTx/>
                <a:latin typeface="Calibri"/>
              </a:rPr>
              <a:t/>
            </a: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/>
            </a:r>
            <a:endParaRPr lang="en-US" sz="2000" b="0" u="none" strike="noStrike" dirty="0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94" name="Imagem 93"/>
          <p:cNvPicPr/>
          <p:nvPr/>
        </p:nvPicPr>
        <p:blipFill>
          <a:blip r:embed="rId2"/>
          <a:stretch/>
        </p:blipFill>
        <p:spPr>
          <a:xfrm>
            <a:off x="720" y="-28800"/>
            <a:ext cx="9142560" cy="16477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5" name="Title 11"/>
          <p:cNvSpPr/>
          <p:nvPr/>
        </p:nvSpPr>
        <p:spPr>
          <a:xfrm>
            <a:off x="915480" y="180000"/>
            <a:ext cx="8228160" cy="1141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4400" b="0" u="none" strike="noStrike">
                <a:solidFill>
                  <a:srgbClr val="EA7500"/>
                </a:solidFill>
                <a:effectLst/>
                <a:uFillTx/>
                <a:latin typeface="Calibri"/>
              </a:rPr>
              <a:t>Backlog pendente</a:t>
            </a:r>
            <a:endParaRPr lang="pt-B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93" name="PlaceHolder 1"/>
          <p:cNvSpPr>
            <a:spLocks noGrp="1"/>
          </p:cNvSpPr>
          <p:nvPr>
            <p:ph/>
          </p:nvPr>
        </p:nvSpPr>
        <p:spPr>
          <a:xfrm>
            <a:off x="457200" y="1827720"/>
            <a:ext cx="8228160" cy="4850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marL="343080" indent="-343080" algn="l"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000" b="0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>Sistema de notificações em tempo real (WebSocket/SSE)</a:t>
            </a:r>
            <a:r>
              <a:rPr lang="en-US" sz="2000" b="0" u="none" strike="noStrike" err="1">
                <a:solidFill>
                  <a:schemeClr val="dk1"/>
                </a:solidFill>
                <a:effectLst/>
                <a:uFillTx/>
                <a:latin typeface="Calibri"/>
              </a:rPr>
              <a:t/>
            </a: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/>
            </a:r>
            <a:endParaRPr lang="en-US" sz="2000" b="0" u="none" strike="noStrike" dirty="0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43080" indent="-343080" algn="l"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000" b="0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>Multi-tenancy da aplicação (arquitetura SaaS)</a:t>
            </a:r>
            <a:r>
              <a:rPr lang="en-US" sz="2000" b="0" u="none" strike="noStrike" err="1">
                <a:solidFill>
                  <a:schemeClr val="dk1"/>
                </a:solidFill>
                <a:effectLst/>
                <a:uFillTx/>
                <a:latin typeface="Calibri"/>
              </a:rPr>
              <a:t/>
            </a: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/>
            </a:r>
            <a:endParaRPr lang="en-US" sz="2000" b="0" u="none" strike="noStrike" dirty="0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43080" indent="-343080" algn="l"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000" b="0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>Integração com ERPs</a:t>
            </a:r>
            <a:r>
              <a:rPr lang="en-US" sz="2000" b="0" u="none" strike="noStrike" err="1">
                <a:solidFill>
                  <a:schemeClr val="dk1"/>
                </a:solidFill>
                <a:effectLst/>
                <a:uFillTx/>
                <a:latin typeface="Calibri"/>
              </a:rPr>
              <a:t/>
            </a: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/>
            </a:r>
            <a:endParaRPr lang="en-US" sz="2000" b="0" u="none" strike="noStrike" dirty="0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94" name="Imagem 93"/>
          <p:cNvPicPr/>
          <p:nvPr/>
        </p:nvPicPr>
        <p:blipFill>
          <a:blip r:embed="rId2"/>
          <a:stretch/>
        </p:blipFill>
        <p:spPr>
          <a:xfrm>
            <a:off x="720" y="-28800"/>
            <a:ext cx="9142560" cy="16477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5" name="Title 11"/>
          <p:cNvSpPr/>
          <p:nvPr/>
        </p:nvSpPr>
        <p:spPr>
          <a:xfrm>
            <a:off x="915480" y="180000"/>
            <a:ext cx="8228160" cy="1141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4400" b="0" u="none" strike="noStrike">
                <a:solidFill>
                  <a:srgbClr val="EA7500"/>
                </a:solidFill>
                <a:effectLst/>
                <a:uFillTx/>
                <a:latin typeface="Calibri"/>
              </a:rPr>
              <a:t>Backlog pendente</a:t>
            </a:r>
            <a:endParaRPr lang="pt-B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87" name="PlaceHolder 1"/>
          <p:cNvSpPr>
            <a:spLocks noGrp="1"/>
          </p:cNvSpPr>
          <p:nvPr>
            <p:ph type="subTitle"/>
          </p:nvPr>
        </p:nvSpPr>
        <p:spPr>
          <a:xfrm>
            <a:off x="799919" y="1828081"/>
            <a:ext cx="7857383" cy="4690706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marL="216000" indent="-216000" algn="l"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pt-BR" sz="2000" b="0" u="none" strike="noStrike" dirty="0">
                <a:solidFill>
                  <a:schemeClr val="tx1"/>
                </a:solidFill>
                <a:effectLst/>
                <a:uFillTx/>
                <a:latin typeface="Calibri"/>
                <a:ea typeface="Microsoft YaHei"/>
              </a:rPr>
              <a:t>Simplificação dos agentes Python (condensar prompts no AGENTS.md) (baixa)</a:t>
            </a:r>
            <a:r>
              <a:rPr lang="pt-BR" sz="2400" b="0" u="none" strike="noStrike" dirty="0">
                <a:solidFill>
                  <a:schemeClr val="tx1"/>
                </a:solidFill>
                <a:effectLst/>
                <a:uFillTx/>
                <a:latin typeface="Calibri"/>
                <a:ea typeface="Microsoft YaHei"/>
              </a:rPr>
              <a:t/>
            </a:r>
            <a:r>
              <a:rPr lang="pt-BR" sz="2000" b="0" u="none" strike="noStrike" dirty="0">
                <a:solidFill>
                  <a:schemeClr val="tx1"/>
                </a:solidFill>
                <a:effectLst/>
                <a:uFillTx/>
                <a:latin typeface="Calibri"/>
                <a:ea typeface="Microsoft YaHei"/>
              </a:rPr>
              <a:t/>
            </a:r>
            <a:endParaRPr lang="pt-BR" sz="2000" b="0" u="none" strike="noStrike" dirty="0">
              <a:solidFill>
                <a:schemeClr val="tx1"/>
              </a:solidFill>
              <a:effectLst/>
              <a:uFillTx/>
              <a:latin typeface="Arial"/>
            </a:endParaRPr>
          </a:p>
        </p:txBody>
      </p:sp>
      <p:pic>
        <p:nvPicPr>
          <p:cNvPr id="88" name="Imagem 87"/>
          <p:cNvPicPr/>
          <p:nvPr/>
        </p:nvPicPr>
        <p:blipFill>
          <a:blip r:embed="rId2"/>
          <a:stretch/>
        </p:blipFill>
        <p:spPr>
          <a:xfrm>
            <a:off x="0" y="-28800"/>
            <a:ext cx="9142560" cy="16477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9" name="Title 12"/>
          <p:cNvSpPr/>
          <p:nvPr/>
        </p:nvSpPr>
        <p:spPr>
          <a:xfrm>
            <a:off x="915120" y="180360"/>
            <a:ext cx="8228160" cy="1141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4400" b="0" u="none" strike="noStrike">
                <a:solidFill>
                  <a:srgbClr val="EA7500"/>
                </a:solidFill>
                <a:effectLst/>
                <a:uFillTx/>
                <a:latin typeface="Calibri"/>
              </a:rPr>
              <a:t>Planejamento da </a:t>
            </a:r>
            <a:br>
              <a:rPr sz="4400"/>
            </a:br>
            <a:r>
              <a:rPr lang="en-US" sz="4400" b="0" u="none" strike="noStrike">
                <a:solidFill>
                  <a:srgbClr val="EA7500"/>
                </a:solidFill>
                <a:effectLst/>
                <a:uFillTx/>
                <a:latin typeface="Calibri"/>
              </a:rPr>
              <a:t>próxima Sprint</a:t>
            </a:r>
            <a:endParaRPr lang="pt-B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74" name="PlaceHolder 1"/>
          <p:cNvSpPr>
            <a:spLocks noGrp="1"/>
          </p:cNvSpPr>
          <p:nvPr>
            <p:ph/>
          </p:nvPr>
        </p:nvSpPr>
        <p:spPr>
          <a:xfrm>
            <a:off x="457200" y="1618920"/>
            <a:ext cx="8228160" cy="50590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 defTabSz="457200">
              <a:lnSpc>
                <a:spcPct val="100000"/>
              </a:lnSpc>
              <a:spcBef>
                <a:spcPts val="641"/>
              </a:spcBef>
              <a:buNone/>
              <a:tabLst>
                <a:tab pos="0" algn="l"/>
              </a:tabLst>
            </a:pPr>
            <a:r>
              <a:rPr sz="2800" dirty="0"/>
              <a:t/>
            </a:r>
            <a:r>
              <a:rPr sz="2800" dirty="0" err="1"/>
              <a:t/>
            </a:r>
            <a:r>
              <a:rPr sz="2800" dirty="0"/>
              <a:t/>
            </a:r>
            <a:endParaRPr lang="en-US" sz="2800" b="0" u="none" strike="noStrike" dirty="0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457200" indent="-457200" algn="l">
              <a:spcBef>
                <a:spcPts val="641"/>
              </a:spcBef>
              <a:buClr>
                <a:srgbClr val="000000"/>
              </a:buClr>
              <a:buFont typeface="+mj-lt"/>
              <a:buAutoNum type="arabicPeriod" startAt="1"/>
            </a:pPr>
            <a:r>
              <a:rPr lang="en-US" sz="2200" b="1" u="none" strike="noStrike" dirty="0">
                <a:solidFill>
                  <a:schemeClr val="tx2"/>
                </a:solidFill>
                <a:effectLst/>
                <a:uFillTx/>
                <a:latin typeface="Calibri"/>
              </a:rPr>
              <a:t>Provedor LLM para produção</a:t>
            </a:r>
            <a:r>
              <a:rPr lang="pt-BR" sz="2200" b="1" dirty="0" err="1">
                <a:solidFill>
                  <a:schemeClr val="tx2"/>
                </a:solidFill>
              </a:rPr>
              <a:t/>
            </a:r>
            <a:r>
              <a:rPr lang="en-US" sz="2200" b="1" u="none" strike="noStrike" dirty="0">
                <a:solidFill>
                  <a:schemeClr val="tx2"/>
                </a:solidFill>
                <a:effectLst/>
                <a:uFillTx/>
                <a:latin typeface="Calibri"/>
              </a:rPr>
              <a:t/>
            </a:r>
          </a:p>
          <a:p>
            <a:pPr marL="864000" lvl="1" indent="-324000" algn="l" defTabSz="457200">
              <a:spcBef>
                <a:spcPts val="561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2200" b="1" dirty="0" err="1">
                <a:solidFill>
                  <a:schemeClr val="dk1"/>
                </a:solidFill>
                <a:latin typeface="Calibri"/>
                <a:ea typeface="Microsoft YaHei"/>
              </a:rPr>
              <a:t>Severidade</a:t>
            </a:r>
            <a:r>
              <a:rPr lang="en-US" sz="2200" dirty="0">
                <a:solidFill>
                  <a:schemeClr val="dk1"/>
                </a:solidFill>
                <a:latin typeface="Calibri"/>
                <a:ea typeface="Microsoft YaHei"/>
              </a:rPr>
              <a:t>: 🟡 media</a:t>
            </a:r>
            <a:r>
              <a:rPr lang="pt-BR" sz="2200" dirty="0" err="1">
                <a:solidFill>
                  <a:schemeClr val="dk1"/>
                </a:solidFill>
                <a:latin typeface="Calibri"/>
                <a:ea typeface="Microsoft YaHei"/>
              </a:rPr>
              <a:t/>
            </a:r>
            <a:r>
              <a:rPr lang="en-US" sz="2200" dirty="0">
                <a:solidFill>
                  <a:schemeClr val="dk1"/>
                </a:solidFill>
                <a:latin typeface="Calibri"/>
                <a:ea typeface="Microsoft YaHei"/>
              </a:rPr>
              <a:t/>
            </a:r>
          </a:p>
          <a:p>
            <a:pPr marL="864000" lvl="1" indent="-324000" algn="l" defTabSz="457200">
              <a:spcBef>
                <a:spcPts val="561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2200" b="1" dirty="0" err="1">
                <a:solidFill>
                  <a:schemeClr val="dk1"/>
                </a:solidFill>
                <a:latin typeface="Calibri"/>
                <a:ea typeface="Microsoft YaHei"/>
              </a:rPr>
              <a:t>Motivo</a:t>
            </a:r>
            <a:r>
              <a:rPr lang="en-US" sz="2200" dirty="0">
                <a:solidFill>
                  <a:schemeClr val="dk1"/>
                </a:solidFill>
                <a:latin typeface="Calibri"/>
                <a:ea typeface="Microsoft YaHei"/>
              </a:rPr>
              <a:t>: Groq (atual) tem rate limits e OpenAI tem custo elevado para volume real. Como o desenvolvimento foi reorientado para modo de simulação (integração WhatsApp Business adiada), a urgência caiu: não bloqueia mais a sprint atual. Continua sendo decisão necessária antes de qualquer deploy real.</a:t>
            </a:r>
            <a:r>
              <a:rPr lang="pt-BR" sz="2200" dirty="0" err="1">
                <a:solidFill>
                  <a:schemeClr val="dk1"/>
                </a:solidFill>
                <a:latin typeface="Calibri"/>
                <a:ea typeface="Microsoft YaHei"/>
              </a:rPr>
              <a:t/>
            </a:r>
            <a:r>
              <a:rPr lang="en-US" sz="2200" dirty="0">
                <a:solidFill>
                  <a:schemeClr val="dk1"/>
                </a:solidFill>
                <a:latin typeface="Calibri"/>
                <a:ea typeface="Microsoft YaHei"/>
              </a:rPr>
              <a:t/>
            </a:r>
          </a:p>
          <a:p>
            <a:pPr marL="864000" lvl="1" indent="-324000" algn="l" defTabSz="457200">
              <a:spcBef>
                <a:spcPts val="561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2200" b="1" dirty="0" err="1">
                <a:solidFill>
                  <a:schemeClr val="dk1"/>
                </a:solidFill>
                <a:latin typeface="Calibri"/>
                <a:ea typeface="Microsoft YaHei"/>
              </a:rPr>
              <a:t>Ação</a:t>
            </a:r>
            <a:r>
              <a:rPr lang="en-US" sz="2200" dirty="0">
                <a:solidFill>
                  <a:schemeClr val="dk1"/>
                </a:solidFill>
                <a:latin typeface="Calibri"/>
                <a:ea typeface="Microsoft YaHei"/>
              </a:rPr>
              <a:t>: Manter monitorado. ADR conjunto do [arquiteto] (técnico) e [planejador] (custo) deve ser produzido até a sprint que reativar a integração real (REQ-008). Considerar estratégia híbrida: Groq para classificação leve + OpenAI para geração.</a:t>
            </a:r>
            <a:r>
              <a:rPr lang="pt-BR" sz="2200" dirty="0" err="1">
                <a:solidFill>
                  <a:schemeClr val="dk1"/>
                </a:solidFill>
                <a:latin typeface="Calibri"/>
                <a:ea typeface="Microsoft YaHei"/>
              </a:rPr>
              <a:t/>
            </a:r>
            <a:r>
              <a:rPr lang="en-US" sz="2200" dirty="0">
                <a:solidFill>
                  <a:schemeClr val="dk1"/>
                </a:solidFill>
                <a:latin typeface="Calibri"/>
                <a:ea typeface="Microsoft YaHei"/>
              </a:rPr>
              <a:t/>
            </a:r>
          </a:p>
        </p:txBody>
      </p:sp>
      <p:pic>
        <p:nvPicPr>
          <p:cNvPr id="75" name="Imagem 74"/>
          <p:cNvPicPr/>
          <p:nvPr/>
        </p:nvPicPr>
        <p:blipFill>
          <a:blip r:embed="rId2"/>
          <a:stretch/>
        </p:blipFill>
        <p:spPr>
          <a:xfrm>
            <a:off x="720" y="-28800"/>
            <a:ext cx="9142560" cy="16477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6" name="Title 4"/>
          <p:cNvSpPr/>
          <p:nvPr/>
        </p:nvSpPr>
        <p:spPr>
          <a:xfrm>
            <a:off x="915480" y="180000"/>
            <a:ext cx="8228160" cy="1141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4400" dirty="0" err="1">
                <a:solidFill>
                  <a:srgbClr val="EA7500"/>
                </a:solidFill>
              </a:rPr>
              <a:t>Riscos</a:t>
            </a:r>
            <a:r>
              <a:rPr lang="en-US" sz="4400" dirty="0">
                <a:solidFill>
                  <a:srgbClr val="EA7500"/>
                </a:solidFill>
              </a:rPr>
              <a:t> e </a:t>
            </a:r>
            <a:r>
              <a:rPr lang="en-US" sz="4400" dirty="0" err="1">
                <a:solidFill>
                  <a:srgbClr val="EA7500"/>
                </a:solidFill>
              </a:rPr>
              <a:t>Impedimentos</a:t>
            </a:r>
            <a:endParaRPr lang="pt-BR" sz="4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74" name="PlaceHolder 1"/>
          <p:cNvSpPr>
            <a:spLocks noGrp="1"/>
          </p:cNvSpPr>
          <p:nvPr>
            <p:ph/>
          </p:nvPr>
        </p:nvSpPr>
        <p:spPr>
          <a:xfrm>
            <a:off x="457200" y="1618920"/>
            <a:ext cx="8228160" cy="50590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 defTabSz="457200">
              <a:lnSpc>
                <a:spcPct val="100000"/>
              </a:lnSpc>
              <a:spcBef>
                <a:spcPts val="641"/>
              </a:spcBef>
              <a:buNone/>
              <a:tabLst>
                <a:tab pos="0" algn="l"/>
              </a:tabLst>
            </a:pPr>
            <a:r>
              <a:rPr sz="2800" dirty="0"/>
              <a:t/>
            </a:r>
            <a:r>
              <a:rPr sz="2800" dirty="0" err="1"/>
              <a:t/>
            </a:r>
            <a:r>
              <a:rPr sz="2800" dirty="0"/>
              <a:t/>
            </a:r>
            <a:endParaRPr lang="en-US" sz="2800" b="0" u="none" strike="noStrike" dirty="0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457200" indent="-457200" algn="l">
              <a:spcBef>
                <a:spcPts val="641"/>
              </a:spcBef>
              <a:buClr>
                <a:srgbClr val="000000"/>
              </a:buClr>
              <a:buFont typeface="+mj-lt"/>
              <a:buAutoNum type="arabicPeriod" startAt="2"/>
            </a:pPr>
            <a:r>
              <a:rPr lang="en-US" sz="2200" b="1" u="none" strike="noStrike" dirty="0">
                <a:solidFill>
                  <a:schemeClr val="tx2"/>
                </a:solidFill>
                <a:effectLst/>
                <a:uFillTx/>
                <a:latin typeface="Calibri"/>
              </a:rPr>
              <a:t>Webhook WhatsApp/Twilio em dev</a:t>
            </a:r>
            <a:r>
              <a:rPr lang="pt-BR" sz="2200" b="1" dirty="0" err="1">
                <a:solidFill>
                  <a:schemeClr val="tx2"/>
                </a:solidFill>
              </a:rPr>
              <a:t/>
            </a:r>
            <a:r>
              <a:rPr lang="en-US" sz="2200" b="1" u="none" strike="noStrike" dirty="0">
                <a:solidFill>
                  <a:schemeClr val="tx2"/>
                </a:solidFill>
                <a:effectLst/>
                <a:uFillTx/>
                <a:latin typeface="Calibri"/>
              </a:rPr>
              <a:t/>
            </a:r>
          </a:p>
          <a:p>
            <a:pPr marL="864000" lvl="1" indent="-324000" algn="l" defTabSz="457200">
              <a:spcBef>
                <a:spcPts val="561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2200" b="1" dirty="0" err="1">
                <a:solidFill>
                  <a:schemeClr val="dk1"/>
                </a:solidFill>
                <a:latin typeface="Calibri"/>
                <a:ea typeface="Microsoft YaHei"/>
              </a:rPr>
              <a:t>Severidade</a:t>
            </a:r>
            <a:r>
              <a:rPr lang="en-US" sz="2200" dirty="0">
                <a:solidFill>
                  <a:schemeClr val="dk1"/>
                </a:solidFill>
                <a:latin typeface="Calibri"/>
                <a:ea typeface="Microsoft YaHei"/>
              </a:rPr>
              <a:t>: 🟢 baixa</a:t>
            </a:r>
            <a:r>
              <a:rPr lang="pt-BR" sz="2200" dirty="0" err="1">
                <a:solidFill>
                  <a:schemeClr val="dk1"/>
                </a:solidFill>
                <a:latin typeface="Calibri"/>
                <a:ea typeface="Microsoft YaHei"/>
              </a:rPr>
              <a:t/>
            </a:r>
            <a:r>
              <a:rPr lang="en-US" sz="2200" dirty="0">
                <a:solidFill>
                  <a:schemeClr val="dk1"/>
                </a:solidFill>
                <a:latin typeface="Calibri"/>
                <a:ea typeface="Microsoft YaHei"/>
              </a:rPr>
              <a:t/>
            </a:r>
          </a:p>
          <a:p>
            <a:pPr marL="864000" lvl="1" indent="-324000" algn="l" defTabSz="457200">
              <a:spcBef>
                <a:spcPts val="561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2200" b="1" dirty="0" err="1">
                <a:solidFill>
                  <a:schemeClr val="dk1"/>
                </a:solidFill>
                <a:latin typeface="Calibri"/>
                <a:ea typeface="Microsoft YaHei"/>
              </a:rPr>
              <a:t>Motivo</a:t>
            </a:r>
            <a:r>
              <a:rPr lang="en-US" sz="2200" dirty="0">
                <a:solidFill>
                  <a:schemeClr val="dk1"/>
                </a:solidFill>
                <a:latin typeface="Calibri"/>
                <a:ea typeface="Microsoft YaHei"/>
              </a:rPr>
              <a:t>: Integração real com Twilio (URL pública HTTPS via ngrok, validação no sandbox, número aprovado, templates pré-aprovados) é pré-requisito conhecido para REQ-008. Como REQ-008 foi adiado e o desenvolvimento atual usa modo de simulação, o risco virou residual: monitorar e reavaliar quando a integração real voltar ao plano.</a:t>
            </a:r>
            <a:r>
              <a:rPr lang="pt-BR" sz="2200" dirty="0" err="1">
                <a:solidFill>
                  <a:schemeClr val="dk1"/>
                </a:solidFill>
                <a:latin typeface="Calibri"/>
                <a:ea typeface="Microsoft YaHei"/>
              </a:rPr>
              <a:t/>
            </a:r>
            <a:r>
              <a:rPr lang="en-US" sz="2200" dirty="0">
                <a:solidFill>
                  <a:schemeClr val="dk1"/>
                </a:solidFill>
                <a:latin typeface="Calibri"/>
                <a:ea typeface="Microsoft YaHei"/>
              </a:rPr>
              <a:t/>
            </a:r>
          </a:p>
          <a:p>
            <a:pPr marL="864000" lvl="1" indent="-324000" algn="l" defTabSz="457200">
              <a:spcBef>
                <a:spcPts val="561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2200" b="1" dirty="0" err="1">
                <a:solidFill>
                  <a:schemeClr val="dk1"/>
                </a:solidFill>
                <a:latin typeface="Calibri"/>
                <a:ea typeface="Microsoft YaHei"/>
              </a:rPr>
              <a:t>Ação</a:t>
            </a:r>
            <a:r>
              <a:rPr lang="en-US" sz="2200" dirty="0">
                <a:solidFill>
                  <a:schemeClr val="dk1"/>
                </a:solidFill>
                <a:latin typeface="Calibri"/>
                <a:ea typeface="Microsoft YaHei"/>
              </a:rPr>
              <a:t>: Reabrir como 🟡 media na sprint que reincluir REQ-008 no escopo. Quando isso acontecer, documentar procedimento de setup ngrok e checklist de validação no sandbox Twilio antes de começar.</a:t>
            </a:r>
            <a:r>
              <a:rPr lang="pt-BR" sz="2200" dirty="0" err="1">
                <a:solidFill>
                  <a:schemeClr val="dk1"/>
                </a:solidFill>
                <a:latin typeface="Calibri"/>
                <a:ea typeface="Microsoft YaHei"/>
              </a:rPr>
              <a:t/>
            </a:r>
            <a:r>
              <a:rPr lang="en-US" sz="2200" dirty="0">
                <a:solidFill>
                  <a:schemeClr val="dk1"/>
                </a:solidFill>
                <a:latin typeface="Calibri"/>
                <a:ea typeface="Microsoft YaHei"/>
              </a:rPr>
              <a:t/>
            </a:r>
          </a:p>
        </p:txBody>
      </p:sp>
      <p:pic>
        <p:nvPicPr>
          <p:cNvPr id="75" name="Imagem 74"/>
          <p:cNvPicPr/>
          <p:nvPr/>
        </p:nvPicPr>
        <p:blipFill>
          <a:blip r:embed="rId2"/>
          <a:stretch/>
        </p:blipFill>
        <p:spPr>
          <a:xfrm>
            <a:off x="720" y="-28800"/>
            <a:ext cx="9142560" cy="16477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6" name="Title 4"/>
          <p:cNvSpPr/>
          <p:nvPr/>
        </p:nvSpPr>
        <p:spPr>
          <a:xfrm>
            <a:off x="915480" y="180000"/>
            <a:ext cx="8228160" cy="1141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4400" dirty="0" err="1">
                <a:solidFill>
                  <a:srgbClr val="EA7500"/>
                </a:solidFill>
              </a:rPr>
              <a:t>Riscos</a:t>
            </a:r>
            <a:r>
              <a:rPr lang="en-US" sz="4400" dirty="0">
                <a:solidFill>
                  <a:srgbClr val="EA7500"/>
                </a:solidFill>
              </a:rPr>
              <a:t> e </a:t>
            </a:r>
            <a:r>
              <a:rPr lang="en-US" sz="4400" dirty="0" err="1">
                <a:solidFill>
                  <a:srgbClr val="EA7500"/>
                </a:solidFill>
              </a:rPr>
              <a:t>Impedimentos</a:t>
            </a:r>
            <a:endParaRPr lang="pt-BR" sz="4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74" name="PlaceHolder 1"/>
          <p:cNvSpPr>
            <a:spLocks noGrp="1"/>
          </p:cNvSpPr>
          <p:nvPr>
            <p:ph/>
          </p:nvPr>
        </p:nvSpPr>
        <p:spPr>
          <a:xfrm>
            <a:off x="457200" y="1618920"/>
            <a:ext cx="8228160" cy="50590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 defTabSz="457200">
              <a:lnSpc>
                <a:spcPct val="100000"/>
              </a:lnSpc>
              <a:spcBef>
                <a:spcPts val="641"/>
              </a:spcBef>
              <a:buNone/>
              <a:tabLst>
                <a:tab pos="0" algn="l"/>
              </a:tabLst>
            </a:pPr>
            <a:r>
              <a:rPr sz="2800" dirty="0"/>
              <a:t/>
            </a:r>
            <a:r>
              <a:rPr sz="2800" dirty="0" err="1"/>
              <a:t/>
            </a:r>
            <a:r>
              <a:rPr sz="2800" dirty="0"/>
              <a:t/>
            </a:r>
            <a:endParaRPr lang="en-US" sz="2800" b="0" u="none" strike="noStrike" dirty="0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457200" indent="-457200" algn="l">
              <a:spcBef>
                <a:spcPts val="641"/>
              </a:spcBef>
              <a:buClr>
                <a:srgbClr val="000000"/>
              </a:buClr>
              <a:buFont typeface="+mj-lt"/>
              <a:buAutoNum type="arabicPeriod" startAt="3"/>
            </a:pPr>
            <a:r>
              <a:rPr lang="en-US" sz="2200" b="1" u="none" strike="noStrike" dirty="0">
                <a:solidFill>
                  <a:schemeClr val="tx2"/>
                </a:solidFill>
                <a:effectLst/>
                <a:uFillTx/>
                <a:latin typeface="Calibri"/>
              </a:rPr>
              <a:t>Seed Q&amp;A com aprovado=false</a:t>
            </a:r>
            <a:r>
              <a:rPr lang="pt-BR" sz="2200" b="1" dirty="0" err="1">
                <a:solidFill>
                  <a:schemeClr val="tx2"/>
                </a:solidFill>
              </a:rPr>
              <a:t/>
            </a:r>
            <a:r>
              <a:rPr lang="en-US" sz="2200" b="1" u="none" strike="noStrike" dirty="0">
                <a:solidFill>
                  <a:schemeClr val="tx2"/>
                </a:solidFill>
                <a:effectLst/>
                <a:uFillTx/>
                <a:latin typeface="Calibri"/>
              </a:rPr>
              <a:t/>
            </a:r>
          </a:p>
          <a:p>
            <a:pPr marL="864000" lvl="1" indent="-324000" algn="l" defTabSz="457200">
              <a:spcBef>
                <a:spcPts val="561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2200" b="1" dirty="0" err="1">
                <a:solidFill>
                  <a:schemeClr val="dk1"/>
                </a:solidFill>
                <a:latin typeface="Calibri"/>
                <a:ea typeface="Microsoft YaHei"/>
              </a:rPr>
              <a:t>Severidade</a:t>
            </a:r>
            <a:r>
              <a:rPr lang="en-US" sz="2200" dirty="0">
                <a:solidFill>
                  <a:schemeClr val="dk1"/>
                </a:solidFill>
                <a:latin typeface="Calibri"/>
                <a:ea typeface="Microsoft YaHei"/>
              </a:rPr>
              <a:t>: 🟡 media</a:t>
            </a:r>
            <a:r>
              <a:rPr lang="pt-BR" sz="2200" dirty="0" err="1">
                <a:solidFill>
                  <a:schemeClr val="dk1"/>
                </a:solidFill>
                <a:latin typeface="Calibri"/>
                <a:ea typeface="Microsoft YaHei"/>
              </a:rPr>
              <a:t/>
            </a:r>
            <a:r>
              <a:rPr lang="en-US" sz="2200" dirty="0">
                <a:solidFill>
                  <a:schemeClr val="dk1"/>
                </a:solidFill>
                <a:latin typeface="Calibri"/>
                <a:ea typeface="Microsoft YaHei"/>
              </a:rPr>
              <a:t/>
            </a:r>
          </a:p>
          <a:p>
            <a:pPr marL="864000" lvl="1" indent="-324000" algn="l" defTabSz="457200">
              <a:spcBef>
                <a:spcPts val="561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2200" b="1" dirty="0" err="1">
                <a:solidFill>
                  <a:schemeClr val="dk1"/>
                </a:solidFill>
                <a:latin typeface="Calibri"/>
                <a:ea typeface="Microsoft YaHei"/>
              </a:rPr>
              <a:t>Motivo</a:t>
            </a:r>
            <a:r>
              <a:rPr lang="en-US" sz="2200" dirty="0">
                <a:solidFill>
                  <a:schemeClr val="dk1"/>
                </a:solidFill>
                <a:latin typeface="Calibri"/>
                <a:ea typeface="Microsoft YaHei"/>
              </a:rPr>
              <a:t>: O seed inicial de pares Q&amp;A entrou no DB como rascunhos (ativo=true, aprovado=false). Pela lógica do RAG, pares não-aprovados não são usados pelo agente. Sistema funciona tecnicamente, mas o ganho da camada Q&amp;A só aparece após revisão humana — sem isso, o agente cai no RAG genérico.</a:t>
            </a:r>
            <a:r>
              <a:rPr lang="pt-BR" sz="2200" dirty="0" err="1">
                <a:solidFill>
                  <a:schemeClr val="dk1"/>
                </a:solidFill>
                <a:latin typeface="Calibri"/>
                <a:ea typeface="Microsoft YaHei"/>
              </a:rPr>
              <a:t/>
            </a:r>
            <a:r>
              <a:rPr lang="en-US" sz="2200" dirty="0">
                <a:solidFill>
                  <a:schemeClr val="dk1"/>
                </a:solidFill>
                <a:latin typeface="Calibri"/>
                <a:ea typeface="Microsoft YaHei"/>
              </a:rPr>
              <a:t/>
            </a:r>
          </a:p>
          <a:p>
            <a:pPr marL="864000" lvl="1" indent="-324000" algn="l" defTabSz="457200">
              <a:spcBef>
                <a:spcPts val="561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2200" b="1" dirty="0" err="1">
                <a:solidFill>
                  <a:schemeClr val="dk1"/>
                </a:solidFill>
                <a:latin typeface="Calibri"/>
                <a:ea typeface="Microsoft YaHei"/>
              </a:rPr>
              <a:t>Ação</a:t>
            </a:r>
            <a:r>
              <a:rPr lang="en-US" sz="2200" dirty="0">
                <a:solidFill>
                  <a:schemeClr val="dk1"/>
                </a:solidFill>
                <a:latin typeface="Calibri"/>
                <a:ea typeface="Microsoft YaHei"/>
              </a:rPr>
              <a:t>: Agendar sessão de revisão com domain expert (Rita/Inforrel) usando a QABasePage. Pode entrar como tarefa do Sprint 3.</a:t>
            </a:r>
            <a:r>
              <a:rPr lang="pt-BR" sz="2200" dirty="0" err="1">
                <a:solidFill>
                  <a:schemeClr val="dk1"/>
                </a:solidFill>
                <a:latin typeface="Calibri"/>
                <a:ea typeface="Microsoft YaHei"/>
              </a:rPr>
              <a:t/>
            </a:r>
            <a:r>
              <a:rPr lang="en-US" sz="2200" dirty="0">
                <a:solidFill>
                  <a:schemeClr val="dk1"/>
                </a:solidFill>
                <a:latin typeface="Calibri"/>
                <a:ea typeface="Microsoft YaHei"/>
              </a:rPr>
              <a:t/>
            </a:r>
          </a:p>
        </p:txBody>
      </p:sp>
      <p:pic>
        <p:nvPicPr>
          <p:cNvPr id="75" name="Imagem 74"/>
          <p:cNvPicPr/>
          <p:nvPr/>
        </p:nvPicPr>
        <p:blipFill>
          <a:blip r:embed="rId2"/>
          <a:stretch/>
        </p:blipFill>
        <p:spPr>
          <a:xfrm>
            <a:off x="720" y="-28800"/>
            <a:ext cx="9142560" cy="16477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6" name="Title 4"/>
          <p:cNvSpPr/>
          <p:nvPr/>
        </p:nvSpPr>
        <p:spPr>
          <a:xfrm>
            <a:off x="915480" y="180000"/>
            <a:ext cx="8228160" cy="1141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4400" dirty="0" err="1">
                <a:solidFill>
                  <a:srgbClr val="EA7500"/>
                </a:solidFill>
              </a:rPr>
              <a:t>Riscos</a:t>
            </a:r>
            <a:r>
              <a:rPr lang="en-US" sz="4400" dirty="0">
                <a:solidFill>
                  <a:srgbClr val="EA7500"/>
                </a:solidFill>
              </a:rPr>
              <a:t> e </a:t>
            </a:r>
            <a:r>
              <a:rPr lang="en-US" sz="4400" dirty="0" err="1">
                <a:solidFill>
                  <a:srgbClr val="EA7500"/>
                </a:solidFill>
              </a:rPr>
              <a:t>Impedimentos</a:t>
            </a:r>
            <a:endParaRPr lang="pt-BR" sz="4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71" name="PlaceHolder 1"/>
          <p:cNvSpPr>
            <a:spLocks noGrp="1"/>
          </p:cNvSpPr>
          <p:nvPr>
            <p:ph/>
          </p:nvPr>
        </p:nvSpPr>
        <p:spPr>
          <a:xfrm>
            <a:off x="411120" y="1321560"/>
            <a:ext cx="8228160" cy="4637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 defTabSz="457200">
              <a:lnSpc>
                <a:spcPct val="100000"/>
              </a:lnSpc>
              <a:spcBef>
                <a:spcPts val="641"/>
              </a:spcBef>
              <a:buNone/>
              <a:tabLst>
                <a:tab pos="0" algn="l"/>
              </a:tabLst>
            </a:pPr>
            <a:endParaRPr lang="en-US" sz="3200" b="0" u="none" strike="noStrike" dirty="0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43080" indent="0" algn="l" defTabSz="457200">
              <a:lnSpc>
                <a:spcPct val="100000"/>
              </a:lnSpc>
              <a:spcBef>
                <a:spcPts val="641"/>
              </a:spcBef>
              <a:buNone/>
              <a:tabLst>
                <a:tab pos="0" algn="l"/>
              </a:tabLst>
            </a:pPr>
            <a:r>
              <a:rPr lang="en-US" sz="3200" b="0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/>
            </a:r>
            <a:r>
              <a:rPr lang="en-US" sz="3200" b="0" u="none" strike="noStrike" dirty="0" err="1">
                <a:solidFill>
                  <a:schemeClr val="dk1"/>
                </a:solidFill>
                <a:effectLst/>
                <a:uFillTx/>
                <a:latin typeface="Calibri"/>
              </a:rPr>
              <a:t/>
            </a:r>
            <a:r>
              <a:rPr lang="en-US" sz="3200" b="0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/>
            </a:r>
          </a:p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2600" b="1" u="none" strike="noStrike" dirty="0">
                <a:solidFill>
                  <a:schemeClr val="tx2"/>
                </a:solidFill>
                <a:effectLst/>
                <a:uFillTx/>
                <a:latin typeface="Calibri"/>
              </a:rPr>
              <a:t>Página Cockpit de Acompanhamento de Conversas</a:t>
            </a:r>
            <a:r>
              <a:rPr lang="en-US" sz="2600" b="1" u="none" strike="noStrike" dirty="0" err="1">
                <a:solidFill>
                  <a:schemeClr val="tx2"/>
                </a:solidFill>
                <a:effectLst/>
                <a:uFillTx/>
                <a:latin typeface="Calibri"/>
              </a:rPr>
              <a:t/>
            </a:r>
            <a:r>
              <a:rPr lang="en-US" sz="2600" b="1" u="none" strike="noStrike" dirty="0">
                <a:solidFill>
                  <a:schemeClr val="tx2"/>
                </a:solidFill>
                <a:effectLst/>
                <a:uFillTx/>
                <a:latin typeface="Calibri"/>
              </a:rPr>
              <a:t/>
            </a:r>
          </a:p>
          <a:p>
            <a:pPr marL="540000"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SzPct val="45000"/>
              <a:tabLst>
                <a:tab pos="0" algn="l"/>
              </a:tabLst>
            </a:pPr>
            <a:r>
              <a:rPr lang="en-US" sz="2600" b="1" u="none" strike="noStrike" dirty="0" err="1">
                <a:solidFill>
                  <a:schemeClr val="dk1"/>
                </a:solidFill>
                <a:effectLst/>
                <a:uFillTx/>
                <a:latin typeface="Calibri"/>
                <a:ea typeface="Microsoft YaHei"/>
              </a:rPr>
              <a:t>Requisitos</a:t>
            </a:r>
            <a:r>
              <a:rPr lang="en-US" sz="2600" b="1" u="none" strike="noStrike" dirty="0">
                <a:solidFill>
                  <a:schemeClr val="dk1"/>
                </a:solidFill>
                <a:effectLst/>
                <a:uFillTx/>
                <a:latin typeface="Calibri"/>
                <a:ea typeface="Microsoft YaHei"/>
              </a:rPr>
              <a:t> </a:t>
            </a:r>
            <a:r>
              <a:rPr lang="en-US" sz="2600" b="1" u="none" strike="noStrike" dirty="0" err="1">
                <a:solidFill>
                  <a:schemeClr val="dk1"/>
                </a:solidFill>
                <a:effectLst/>
                <a:uFillTx/>
                <a:latin typeface="Calibri"/>
                <a:ea typeface="Microsoft YaHei"/>
              </a:rPr>
              <a:t>envolvidos</a:t>
            </a:r>
            <a:r>
              <a:rPr lang="en-US" sz="2600" b="0" u="none" strike="noStrike" dirty="0">
                <a:solidFill>
                  <a:schemeClr val="dk1"/>
                </a:solidFill>
                <a:effectLst/>
                <a:uFillTx/>
                <a:latin typeface="Calibri"/>
                <a:ea typeface="Microsoft YaHei"/>
              </a:rPr>
              <a:t>: REQ-010, REQ-011</a:t>
            </a:r>
            <a:r>
              <a:rPr lang="en-US" sz="2600" b="0" u="none" strike="noStrike" dirty="0" err="1">
                <a:solidFill>
                  <a:schemeClr val="dk1"/>
                </a:solidFill>
                <a:effectLst/>
                <a:uFillTx/>
                <a:latin typeface="Calibri"/>
                <a:ea typeface="Microsoft YaHei"/>
              </a:rPr>
              <a:t/>
            </a:r>
            <a:r>
              <a:rPr lang="en-US" sz="2600" dirty="0" err="1">
                <a:solidFill>
                  <a:schemeClr val="dk1"/>
                </a:solidFill>
                <a:latin typeface="Calibri"/>
                <a:ea typeface="Microsoft YaHei"/>
              </a:rPr>
              <a:t/>
            </a:r>
            <a:r>
              <a:rPr lang="en-US" sz="2600" b="0" u="none" strike="noStrike" dirty="0">
                <a:solidFill>
                  <a:schemeClr val="dk1"/>
                </a:solidFill>
                <a:effectLst/>
                <a:uFillTx/>
                <a:latin typeface="Calibri"/>
                <a:ea typeface="Microsoft YaHei"/>
              </a:rPr>
              <a:t/>
            </a:r>
          </a:p>
          <a:p>
            <a:pPr marL="540000"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SzPct val="45000"/>
              <a:tabLst>
                <a:tab pos="0" algn="l"/>
              </a:tabLst>
            </a:pPr>
            <a:endParaRPr lang="en-US" sz="1100" dirty="0">
              <a:solidFill>
                <a:schemeClr val="dk1"/>
              </a:solidFill>
              <a:latin typeface="Calibri"/>
              <a:ea typeface="Microsoft YaHei"/>
            </a:endParaRPr>
          </a:p>
          <a:p>
            <a:pPr marL="540000"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SzPct val="45000"/>
              <a:tabLst>
                <a:tab pos="0" algn="l"/>
              </a:tabLst>
            </a:pPr>
            <a:r>
              <a:rPr lang="en-US" sz="2600" b="1" dirty="0" err="1">
                <a:solidFill>
                  <a:schemeClr val="dk1"/>
                </a:solidFill>
                <a:latin typeface="Calibri"/>
                <a:ea typeface="Microsoft YaHei"/>
              </a:rPr>
              <a:t>Porcentagem</a:t>
            </a:r>
            <a:r>
              <a:rPr lang="en-US" sz="2600" b="1" dirty="0">
                <a:solidFill>
                  <a:schemeClr val="dk1"/>
                </a:solidFill>
                <a:latin typeface="Calibri"/>
                <a:ea typeface="Microsoft YaHei"/>
              </a:rPr>
              <a:t> de </a:t>
            </a:r>
            <a:r>
              <a:rPr lang="en-US" sz="2600" b="1" dirty="0" err="1">
                <a:solidFill>
                  <a:schemeClr val="dk1"/>
                </a:solidFill>
                <a:latin typeface="Calibri"/>
                <a:ea typeface="Microsoft YaHei"/>
              </a:rPr>
              <a:t>cobertura</a:t>
            </a:r>
            <a:r>
              <a:rPr lang="en-US" sz="2600" b="1" dirty="0">
                <a:solidFill>
                  <a:schemeClr val="dk1"/>
                </a:solidFill>
                <a:latin typeface="Calibri"/>
                <a:ea typeface="Microsoft YaHei"/>
              </a:rPr>
              <a:t> </a:t>
            </a:r>
            <a:r>
              <a:rPr lang="en-US" sz="2600" b="1" dirty="0" err="1">
                <a:solidFill>
                  <a:schemeClr val="dk1"/>
                </a:solidFill>
                <a:latin typeface="Calibri"/>
                <a:ea typeface="Microsoft YaHei"/>
              </a:rPr>
              <a:t>por</a:t>
            </a:r>
            <a:r>
              <a:rPr lang="en-US" sz="2600" b="1" dirty="0">
                <a:solidFill>
                  <a:schemeClr val="dk1"/>
                </a:solidFill>
                <a:latin typeface="Calibri"/>
                <a:ea typeface="Microsoft YaHei"/>
              </a:rPr>
              <a:t> </a:t>
            </a:r>
            <a:r>
              <a:rPr lang="en-US" sz="2600" b="1" dirty="0" err="1">
                <a:solidFill>
                  <a:schemeClr val="dk1"/>
                </a:solidFill>
                <a:latin typeface="Calibri"/>
                <a:ea typeface="Microsoft YaHei"/>
              </a:rPr>
              <a:t>requisito</a:t>
            </a:r>
            <a:r>
              <a:rPr lang="en-US" sz="2600" dirty="0">
                <a:solidFill>
                  <a:schemeClr val="dk1"/>
                </a:solidFill>
                <a:latin typeface="Calibri"/>
                <a:ea typeface="Microsoft YaHei"/>
              </a:rPr>
              <a:t>:</a:t>
            </a:r>
            <a:endParaRPr lang="en-US" sz="2600" b="0" u="none" strike="noStrike" dirty="0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864000" lvl="1" indent="-32400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2600" b="0" u="none" strike="noStrike" dirty="0">
                <a:solidFill>
                  <a:schemeClr val="dk1"/>
                </a:solidFill>
                <a:effectLst/>
                <a:uFillTx/>
                <a:latin typeface="Calibri"/>
                <a:ea typeface="Microsoft YaHei"/>
              </a:rPr>
              <a:t>REQ-010: antes ~10%, depois ~30%, delta +20</a:t>
            </a:r>
            <a:r>
              <a:rPr lang="en-US" sz="2600" b="0" u="none" strike="noStrike" dirty="0" err="1">
                <a:solidFill>
                  <a:schemeClr val="dk1"/>
                </a:solidFill>
                <a:effectLst/>
                <a:uFillTx/>
                <a:latin typeface="Calibri"/>
                <a:ea typeface="Microsoft YaHei"/>
              </a:rPr>
              <a:t/>
            </a:r>
            <a:r>
              <a:rPr lang="en-US" sz="2600" dirty="0" err="1">
                <a:solidFill>
                  <a:schemeClr val="dk1"/>
                </a:solidFill>
                <a:latin typeface="Calibri"/>
                <a:ea typeface="Microsoft YaHei"/>
              </a:rPr>
              <a:t/>
            </a:r>
            <a:r>
              <a:rPr lang="en-US" sz="2600" b="0" u="none" strike="noStrike" dirty="0" err="1">
                <a:solidFill>
                  <a:schemeClr val="dk1"/>
                </a:solidFill>
                <a:effectLst/>
                <a:uFillTx/>
                <a:latin typeface="Calibri"/>
                <a:ea typeface="Microsoft YaHei"/>
              </a:rPr>
              <a:t/>
            </a:r>
            <a:r>
              <a:rPr lang="en-US" sz="2600" b="0" u="none" strike="noStrike" dirty="0">
                <a:solidFill>
                  <a:schemeClr val="dk1"/>
                </a:solidFill>
                <a:effectLst/>
                <a:uFillTx/>
                <a:latin typeface="Calibri"/>
                <a:ea typeface="Microsoft YaHei"/>
              </a:rPr>
              <a:t/>
            </a:r>
            <a:endParaRPr lang="en-US" sz="2600" b="0" u="none" strike="noStrike" dirty="0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864000" lvl="1" indent="-32400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2600" b="0" u="none" strike="noStrike" dirty="0">
                <a:solidFill>
                  <a:schemeClr val="dk1"/>
                </a:solidFill>
                <a:effectLst/>
                <a:uFillTx/>
                <a:latin typeface="Calibri"/>
                <a:ea typeface="Microsoft YaHei"/>
              </a:rPr>
              <a:t>REQ-011: antes ~0%, depois ~10%, delta +10</a:t>
            </a:r>
            <a:r>
              <a:rPr lang="en-US" sz="2600" b="0" u="none" strike="noStrike" dirty="0" err="1">
                <a:solidFill>
                  <a:schemeClr val="dk1"/>
                </a:solidFill>
                <a:effectLst/>
                <a:uFillTx/>
                <a:latin typeface="Calibri"/>
                <a:ea typeface="Microsoft YaHei"/>
              </a:rPr>
              <a:t/>
            </a:r>
            <a:r>
              <a:rPr lang="en-US" sz="2600" dirty="0" err="1">
                <a:solidFill>
                  <a:schemeClr val="dk1"/>
                </a:solidFill>
                <a:latin typeface="Calibri"/>
                <a:ea typeface="Microsoft YaHei"/>
              </a:rPr>
              <a:t/>
            </a:r>
            <a:r>
              <a:rPr lang="en-US" sz="2600" b="0" u="none" strike="noStrike" dirty="0" err="1">
                <a:solidFill>
                  <a:schemeClr val="dk1"/>
                </a:solidFill>
                <a:effectLst/>
                <a:uFillTx/>
                <a:latin typeface="Calibri"/>
                <a:ea typeface="Microsoft YaHei"/>
              </a:rPr>
              <a:t/>
            </a:r>
            <a:r>
              <a:rPr lang="en-US" sz="2600" b="0" u="none" strike="noStrike" dirty="0">
                <a:solidFill>
                  <a:schemeClr val="dk1"/>
                </a:solidFill>
                <a:effectLst/>
                <a:uFillTx/>
                <a:latin typeface="Calibri"/>
                <a:ea typeface="Microsoft YaHei"/>
              </a:rPr>
              <a:t/>
            </a:r>
            <a:endParaRPr lang="en-US" sz="2600" b="0" u="none" strike="noStrike" dirty="0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72" name="Imagem 71"/>
          <p:cNvPicPr/>
          <p:nvPr/>
        </p:nvPicPr>
        <p:blipFill>
          <a:blip r:embed="rId2"/>
          <a:stretch/>
        </p:blipFill>
        <p:spPr>
          <a:xfrm>
            <a:off x="720" y="-28800"/>
            <a:ext cx="9142560" cy="16477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3" name="Title 3"/>
          <p:cNvSpPr/>
          <p:nvPr/>
        </p:nvSpPr>
        <p:spPr>
          <a:xfrm>
            <a:off x="915480" y="180000"/>
            <a:ext cx="8228160" cy="1141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4400" b="0" u="none" strike="noStrike">
                <a:solidFill>
                  <a:srgbClr val="EA7500"/>
                </a:solidFill>
                <a:effectLst/>
                <a:uFillTx/>
                <a:latin typeface="Calibri"/>
              </a:rPr>
              <a:t>Realizações da Sprint</a:t>
            </a:r>
            <a:endParaRPr lang="pt-B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71" name="PlaceHolder 1"/>
          <p:cNvSpPr>
            <a:spLocks noGrp="1"/>
          </p:cNvSpPr>
          <p:nvPr>
            <p:ph/>
          </p:nvPr>
        </p:nvSpPr>
        <p:spPr>
          <a:xfrm>
            <a:off x="411120" y="1321560"/>
            <a:ext cx="8228160" cy="4637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 defTabSz="457200">
              <a:lnSpc>
                <a:spcPct val="100000"/>
              </a:lnSpc>
              <a:spcBef>
                <a:spcPts val="641"/>
              </a:spcBef>
              <a:buNone/>
              <a:tabLst>
                <a:tab pos="0" algn="l"/>
              </a:tabLst>
            </a:pPr>
            <a:endParaRPr lang="en-US" sz="3200" b="0" u="none" strike="noStrike" dirty="0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43080" indent="0" algn="l" defTabSz="457200">
              <a:lnSpc>
                <a:spcPct val="100000"/>
              </a:lnSpc>
              <a:spcBef>
                <a:spcPts val="641"/>
              </a:spcBef>
              <a:buNone/>
              <a:tabLst>
                <a:tab pos="0" algn="l"/>
              </a:tabLst>
            </a:pPr>
            <a:r>
              <a:rPr lang="en-US" sz="3200" b="0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/>
            </a:r>
            <a:r>
              <a:rPr lang="en-US" sz="3200" b="0" u="none" strike="noStrike" dirty="0" err="1">
                <a:solidFill>
                  <a:schemeClr val="dk1"/>
                </a:solidFill>
                <a:effectLst/>
                <a:uFillTx/>
                <a:latin typeface="Calibri"/>
              </a:rPr>
              <a:t/>
            </a:r>
            <a:r>
              <a:rPr lang="en-US" sz="3200" b="0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/>
            </a:r>
          </a:p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2600" b="1" u="none" strike="noStrike" dirty="0">
                <a:solidFill>
                  <a:schemeClr val="tx2"/>
                </a:solidFill>
                <a:effectLst/>
                <a:uFillTx/>
                <a:latin typeface="Calibri"/>
              </a:rPr>
              <a:t>Sistema RAG — Busca por Chunks de Produto</a:t>
            </a:r>
            <a:r>
              <a:rPr lang="en-US" sz="2600" b="1" u="none" strike="noStrike" dirty="0" err="1">
                <a:solidFill>
                  <a:schemeClr val="tx2"/>
                </a:solidFill>
                <a:effectLst/>
                <a:uFillTx/>
                <a:latin typeface="Calibri"/>
              </a:rPr>
              <a:t/>
            </a:r>
            <a:r>
              <a:rPr lang="en-US" sz="2600" b="1" u="none" strike="noStrike" dirty="0">
                <a:solidFill>
                  <a:schemeClr val="tx2"/>
                </a:solidFill>
                <a:effectLst/>
                <a:uFillTx/>
                <a:latin typeface="Calibri"/>
              </a:rPr>
              <a:t/>
            </a:r>
          </a:p>
          <a:p>
            <a:pPr marL="540000"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SzPct val="45000"/>
              <a:tabLst>
                <a:tab pos="0" algn="l"/>
              </a:tabLst>
            </a:pPr>
            <a:r>
              <a:rPr lang="en-US" sz="2600" b="1" u="none" strike="noStrike" dirty="0" err="1">
                <a:solidFill>
                  <a:schemeClr val="dk1"/>
                </a:solidFill>
                <a:effectLst/>
                <a:uFillTx/>
                <a:latin typeface="Calibri"/>
                <a:ea typeface="Microsoft YaHei"/>
              </a:rPr>
              <a:t>Requisitos</a:t>
            </a:r>
            <a:r>
              <a:rPr lang="en-US" sz="2600" b="1" u="none" strike="noStrike" dirty="0">
                <a:solidFill>
                  <a:schemeClr val="dk1"/>
                </a:solidFill>
                <a:effectLst/>
                <a:uFillTx/>
                <a:latin typeface="Calibri"/>
                <a:ea typeface="Microsoft YaHei"/>
              </a:rPr>
              <a:t> </a:t>
            </a:r>
            <a:r>
              <a:rPr lang="en-US" sz="2600" b="1" u="none" strike="noStrike" dirty="0" err="1">
                <a:solidFill>
                  <a:schemeClr val="dk1"/>
                </a:solidFill>
                <a:effectLst/>
                <a:uFillTx/>
                <a:latin typeface="Calibri"/>
                <a:ea typeface="Microsoft YaHei"/>
              </a:rPr>
              <a:t>envolvidos</a:t>
            </a:r>
            <a:r>
              <a:rPr lang="en-US" sz="2600" b="0" u="none" strike="noStrike" dirty="0">
                <a:solidFill>
                  <a:schemeClr val="dk1"/>
                </a:solidFill>
                <a:effectLst/>
                <a:uFillTx/>
                <a:latin typeface="Calibri"/>
                <a:ea typeface="Microsoft YaHei"/>
              </a:rPr>
              <a:t>: REQ-003</a:t>
            </a:r>
            <a:r>
              <a:rPr lang="en-US" sz="2600" b="0" u="none" strike="noStrike" dirty="0" err="1">
                <a:solidFill>
                  <a:schemeClr val="dk1"/>
                </a:solidFill>
                <a:effectLst/>
                <a:uFillTx/>
                <a:latin typeface="Calibri"/>
                <a:ea typeface="Microsoft YaHei"/>
              </a:rPr>
              <a:t/>
            </a:r>
            <a:r>
              <a:rPr lang="en-US" sz="2600" dirty="0" err="1">
                <a:solidFill>
                  <a:schemeClr val="dk1"/>
                </a:solidFill>
                <a:latin typeface="Calibri"/>
                <a:ea typeface="Microsoft YaHei"/>
              </a:rPr>
              <a:t/>
            </a:r>
            <a:r>
              <a:rPr lang="en-US" sz="2600" b="0" u="none" strike="noStrike" dirty="0">
                <a:solidFill>
                  <a:schemeClr val="dk1"/>
                </a:solidFill>
                <a:effectLst/>
                <a:uFillTx/>
                <a:latin typeface="Calibri"/>
                <a:ea typeface="Microsoft YaHei"/>
              </a:rPr>
              <a:t/>
            </a:r>
          </a:p>
          <a:p>
            <a:pPr marL="540000"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SzPct val="45000"/>
              <a:tabLst>
                <a:tab pos="0" algn="l"/>
              </a:tabLst>
            </a:pPr>
            <a:endParaRPr lang="en-US" sz="1100" dirty="0">
              <a:solidFill>
                <a:schemeClr val="dk1"/>
              </a:solidFill>
              <a:latin typeface="Calibri"/>
              <a:ea typeface="Microsoft YaHei"/>
            </a:endParaRPr>
          </a:p>
          <a:p>
            <a:pPr marL="540000"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SzPct val="45000"/>
              <a:tabLst>
                <a:tab pos="0" algn="l"/>
              </a:tabLst>
            </a:pPr>
            <a:r>
              <a:rPr lang="en-US" sz="2600" b="1" dirty="0" err="1">
                <a:solidFill>
                  <a:schemeClr val="dk1"/>
                </a:solidFill>
                <a:latin typeface="Calibri"/>
                <a:ea typeface="Microsoft YaHei"/>
              </a:rPr>
              <a:t>Porcentagem</a:t>
            </a:r>
            <a:r>
              <a:rPr lang="en-US" sz="2600" b="1" dirty="0">
                <a:solidFill>
                  <a:schemeClr val="dk1"/>
                </a:solidFill>
                <a:latin typeface="Calibri"/>
                <a:ea typeface="Microsoft YaHei"/>
              </a:rPr>
              <a:t> de </a:t>
            </a:r>
            <a:r>
              <a:rPr lang="en-US" sz="2600" b="1" dirty="0" err="1">
                <a:solidFill>
                  <a:schemeClr val="dk1"/>
                </a:solidFill>
                <a:latin typeface="Calibri"/>
                <a:ea typeface="Microsoft YaHei"/>
              </a:rPr>
              <a:t>cobertura</a:t>
            </a:r>
            <a:r>
              <a:rPr lang="en-US" sz="2600" b="1" dirty="0">
                <a:solidFill>
                  <a:schemeClr val="dk1"/>
                </a:solidFill>
                <a:latin typeface="Calibri"/>
                <a:ea typeface="Microsoft YaHei"/>
              </a:rPr>
              <a:t> </a:t>
            </a:r>
            <a:r>
              <a:rPr lang="en-US" sz="2600" b="1" dirty="0" err="1">
                <a:solidFill>
                  <a:schemeClr val="dk1"/>
                </a:solidFill>
                <a:latin typeface="Calibri"/>
                <a:ea typeface="Microsoft YaHei"/>
              </a:rPr>
              <a:t>por</a:t>
            </a:r>
            <a:r>
              <a:rPr lang="en-US" sz="2600" b="1" dirty="0">
                <a:solidFill>
                  <a:schemeClr val="dk1"/>
                </a:solidFill>
                <a:latin typeface="Calibri"/>
                <a:ea typeface="Microsoft YaHei"/>
              </a:rPr>
              <a:t> </a:t>
            </a:r>
            <a:r>
              <a:rPr lang="en-US" sz="2600" b="1" dirty="0" err="1">
                <a:solidFill>
                  <a:schemeClr val="dk1"/>
                </a:solidFill>
                <a:latin typeface="Calibri"/>
                <a:ea typeface="Microsoft YaHei"/>
              </a:rPr>
              <a:t>requisito</a:t>
            </a:r>
            <a:r>
              <a:rPr lang="en-US" sz="2600" dirty="0">
                <a:solidFill>
                  <a:schemeClr val="dk1"/>
                </a:solidFill>
                <a:latin typeface="Calibri"/>
                <a:ea typeface="Microsoft YaHei"/>
              </a:rPr>
              <a:t>:</a:t>
            </a:r>
            <a:endParaRPr lang="en-US" sz="2600" b="0" u="none" strike="noStrike" dirty="0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864000" lvl="1" indent="-32400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2600" b="0" u="none" strike="noStrike" dirty="0">
                <a:solidFill>
                  <a:schemeClr val="dk1"/>
                </a:solidFill>
                <a:effectLst/>
                <a:uFillTx/>
                <a:latin typeface="Calibri"/>
                <a:ea typeface="Microsoft YaHei"/>
              </a:rPr>
              <a:t>REQ-003: antes ~5%, depois ~60%, delta +55</a:t>
            </a:r>
            <a:r>
              <a:rPr lang="en-US" sz="2600" b="0" u="none" strike="noStrike" dirty="0" err="1">
                <a:solidFill>
                  <a:schemeClr val="dk1"/>
                </a:solidFill>
                <a:effectLst/>
                <a:uFillTx/>
                <a:latin typeface="Calibri"/>
                <a:ea typeface="Microsoft YaHei"/>
              </a:rPr>
              <a:t/>
            </a:r>
            <a:r>
              <a:rPr lang="en-US" sz="2600" dirty="0" err="1">
                <a:solidFill>
                  <a:schemeClr val="dk1"/>
                </a:solidFill>
                <a:latin typeface="Calibri"/>
                <a:ea typeface="Microsoft YaHei"/>
              </a:rPr>
              <a:t/>
            </a:r>
            <a:r>
              <a:rPr lang="en-US" sz="2600" b="0" u="none" strike="noStrike" dirty="0" err="1">
                <a:solidFill>
                  <a:schemeClr val="dk1"/>
                </a:solidFill>
                <a:effectLst/>
                <a:uFillTx/>
                <a:latin typeface="Calibri"/>
                <a:ea typeface="Microsoft YaHei"/>
              </a:rPr>
              <a:t/>
            </a:r>
            <a:r>
              <a:rPr lang="en-US" sz="2600" b="0" u="none" strike="noStrike" dirty="0">
                <a:solidFill>
                  <a:schemeClr val="dk1"/>
                </a:solidFill>
                <a:effectLst/>
                <a:uFillTx/>
                <a:latin typeface="Calibri"/>
                <a:ea typeface="Microsoft YaHei"/>
              </a:rPr>
              <a:t/>
            </a:r>
            <a:endParaRPr lang="en-US" sz="2600" b="0" u="none" strike="noStrike" dirty="0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72" name="Imagem 71"/>
          <p:cNvPicPr/>
          <p:nvPr/>
        </p:nvPicPr>
        <p:blipFill>
          <a:blip r:embed="rId2"/>
          <a:stretch/>
        </p:blipFill>
        <p:spPr>
          <a:xfrm>
            <a:off x="720" y="-28800"/>
            <a:ext cx="9142560" cy="16477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3" name="Title 3"/>
          <p:cNvSpPr/>
          <p:nvPr/>
        </p:nvSpPr>
        <p:spPr>
          <a:xfrm>
            <a:off x="915480" y="180000"/>
            <a:ext cx="8228160" cy="1141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4400" b="0" u="none" strike="noStrike">
                <a:solidFill>
                  <a:srgbClr val="EA7500"/>
                </a:solidFill>
                <a:effectLst/>
                <a:uFillTx/>
                <a:latin typeface="Calibri"/>
              </a:rPr>
              <a:t>Realizações da Sprint</a:t>
            </a:r>
            <a:endParaRPr lang="pt-B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71" name="PlaceHolder 1"/>
          <p:cNvSpPr>
            <a:spLocks noGrp="1"/>
          </p:cNvSpPr>
          <p:nvPr>
            <p:ph/>
          </p:nvPr>
        </p:nvSpPr>
        <p:spPr>
          <a:xfrm>
            <a:off x="411120" y="1321560"/>
            <a:ext cx="8228160" cy="4637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 defTabSz="457200">
              <a:lnSpc>
                <a:spcPct val="100000"/>
              </a:lnSpc>
              <a:spcBef>
                <a:spcPts val="641"/>
              </a:spcBef>
              <a:buNone/>
              <a:tabLst>
                <a:tab pos="0" algn="l"/>
              </a:tabLst>
            </a:pPr>
            <a:endParaRPr lang="en-US" sz="3200" b="0" u="none" strike="noStrike" dirty="0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43080" indent="0" algn="l" defTabSz="457200">
              <a:lnSpc>
                <a:spcPct val="100000"/>
              </a:lnSpc>
              <a:spcBef>
                <a:spcPts val="641"/>
              </a:spcBef>
              <a:buNone/>
              <a:tabLst>
                <a:tab pos="0" algn="l"/>
              </a:tabLst>
            </a:pPr>
            <a:r>
              <a:rPr lang="en-US" sz="3200" b="0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/>
            </a:r>
            <a:r>
              <a:rPr lang="en-US" sz="3200" b="0" u="none" strike="noStrike" dirty="0" err="1">
                <a:solidFill>
                  <a:schemeClr val="dk1"/>
                </a:solidFill>
                <a:effectLst/>
                <a:uFillTx/>
                <a:latin typeface="Calibri"/>
              </a:rPr>
              <a:t/>
            </a:r>
            <a:r>
              <a:rPr lang="en-US" sz="3200" b="0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/>
            </a:r>
          </a:p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2600" b="1" u="none" strike="noStrike" dirty="0">
                <a:solidFill>
                  <a:schemeClr val="tx2"/>
                </a:solidFill>
                <a:effectLst/>
                <a:uFillTx/>
                <a:latin typeface="Calibri"/>
              </a:rPr>
              <a:t>Sistema Q&amp;A Pairs — Camada Curada sobre o RAG</a:t>
            </a:r>
            <a:r>
              <a:rPr lang="en-US" sz="2600" b="1" u="none" strike="noStrike" dirty="0" err="1">
                <a:solidFill>
                  <a:schemeClr val="tx2"/>
                </a:solidFill>
                <a:effectLst/>
                <a:uFillTx/>
                <a:latin typeface="Calibri"/>
              </a:rPr>
              <a:t/>
            </a:r>
            <a:r>
              <a:rPr lang="en-US" sz="2600" b="1" u="none" strike="noStrike" dirty="0">
                <a:solidFill>
                  <a:schemeClr val="tx2"/>
                </a:solidFill>
                <a:effectLst/>
                <a:uFillTx/>
                <a:latin typeface="Calibri"/>
              </a:rPr>
              <a:t/>
            </a:r>
          </a:p>
          <a:p>
            <a:pPr marL="540000"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SzPct val="45000"/>
              <a:tabLst>
                <a:tab pos="0" algn="l"/>
              </a:tabLst>
            </a:pPr>
            <a:r>
              <a:rPr lang="en-US" sz="2600" b="1" u="none" strike="noStrike" dirty="0" err="1">
                <a:solidFill>
                  <a:schemeClr val="dk1"/>
                </a:solidFill>
                <a:effectLst/>
                <a:uFillTx/>
                <a:latin typeface="Calibri"/>
                <a:ea typeface="Microsoft YaHei"/>
              </a:rPr>
              <a:t>Requisitos</a:t>
            </a:r>
            <a:r>
              <a:rPr lang="en-US" sz="2600" b="1" u="none" strike="noStrike" dirty="0">
                <a:solidFill>
                  <a:schemeClr val="dk1"/>
                </a:solidFill>
                <a:effectLst/>
                <a:uFillTx/>
                <a:latin typeface="Calibri"/>
                <a:ea typeface="Microsoft YaHei"/>
              </a:rPr>
              <a:t> </a:t>
            </a:r>
            <a:r>
              <a:rPr lang="en-US" sz="2600" b="1" u="none" strike="noStrike" dirty="0" err="1">
                <a:solidFill>
                  <a:schemeClr val="dk1"/>
                </a:solidFill>
                <a:effectLst/>
                <a:uFillTx/>
                <a:latin typeface="Calibri"/>
                <a:ea typeface="Microsoft YaHei"/>
              </a:rPr>
              <a:t>envolvidos</a:t>
            </a:r>
            <a:r>
              <a:rPr lang="en-US" sz="2600" b="0" u="none" strike="noStrike" dirty="0">
                <a:solidFill>
                  <a:schemeClr val="dk1"/>
                </a:solidFill>
                <a:effectLst/>
                <a:uFillTx/>
                <a:latin typeface="Calibri"/>
                <a:ea typeface="Microsoft YaHei"/>
              </a:rPr>
              <a:t>: REQ-013</a:t>
            </a:r>
            <a:r>
              <a:rPr lang="en-US" sz="2600" b="0" u="none" strike="noStrike" dirty="0" err="1">
                <a:solidFill>
                  <a:schemeClr val="dk1"/>
                </a:solidFill>
                <a:effectLst/>
                <a:uFillTx/>
                <a:latin typeface="Calibri"/>
                <a:ea typeface="Microsoft YaHei"/>
              </a:rPr>
              <a:t/>
            </a:r>
            <a:r>
              <a:rPr lang="en-US" sz="2600" dirty="0" err="1">
                <a:solidFill>
                  <a:schemeClr val="dk1"/>
                </a:solidFill>
                <a:latin typeface="Calibri"/>
                <a:ea typeface="Microsoft YaHei"/>
              </a:rPr>
              <a:t/>
            </a:r>
            <a:r>
              <a:rPr lang="en-US" sz="2600" b="0" u="none" strike="noStrike" dirty="0">
                <a:solidFill>
                  <a:schemeClr val="dk1"/>
                </a:solidFill>
                <a:effectLst/>
                <a:uFillTx/>
                <a:latin typeface="Calibri"/>
                <a:ea typeface="Microsoft YaHei"/>
              </a:rPr>
              <a:t/>
            </a:r>
          </a:p>
          <a:p>
            <a:pPr marL="540000"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SzPct val="45000"/>
              <a:tabLst>
                <a:tab pos="0" algn="l"/>
              </a:tabLst>
            </a:pPr>
            <a:endParaRPr lang="en-US" sz="1100" dirty="0">
              <a:solidFill>
                <a:schemeClr val="dk1"/>
              </a:solidFill>
              <a:latin typeface="Calibri"/>
              <a:ea typeface="Microsoft YaHei"/>
            </a:endParaRPr>
          </a:p>
          <a:p>
            <a:pPr marL="540000"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SzPct val="45000"/>
              <a:tabLst>
                <a:tab pos="0" algn="l"/>
              </a:tabLst>
            </a:pPr>
            <a:r>
              <a:rPr lang="en-US" sz="2600" b="1" dirty="0" err="1">
                <a:solidFill>
                  <a:schemeClr val="dk1"/>
                </a:solidFill>
                <a:latin typeface="Calibri"/>
                <a:ea typeface="Microsoft YaHei"/>
              </a:rPr>
              <a:t>Porcentagem</a:t>
            </a:r>
            <a:r>
              <a:rPr lang="en-US" sz="2600" b="1" dirty="0">
                <a:solidFill>
                  <a:schemeClr val="dk1"/>
                </a:solidFill>
                <a:latin typeface="Calibri"/>
                <a:ea typeface="Microsoft YaHei"/>
              </a:rPr>
              <a:t> de </a:t>
            </a:r>
            <a:r>
              <a:rPr lang="en-US" sz="2600" b="1" dirty="0" err="1">
                <a:solidFill>
                  <a:schemeClr val="dk1"/>
                </a:solidFill>
                <a:latin typeface="Calibri"/>
                <a:ea typeface="Microsoft YaHei"/>
              </a:rPr>
              <a:t>cobertura</a:t>
            </a:r>
            <a:r>
              <a:rPr lang="en-US" sz="2600" b="1" dirty="0">
                <a:solidFill>
                  <a:schemeClr val="dk1"/>
                </a:solidFill>
                <a:latin typeface="Calibri"/>
                <a:ea typeface="Microsoft YaHei"/>
              </a:rPr>
              <a:t> </a:t>
            </a:r>
            <a:r>
              <a:rPr lang="en-US" sz="2600" b="1" dirty="0" err="1">
                <a:solidFill>
                  <a:schemeClr val="dk1"/>
                </a:solidFill>
                <a:latin typeface="Calibri"/>
                <a:ea typeface="Microsoft YaHei"/>
              </a:rPr>
              <a:t>por</a:t>
            </a:r>
            <a:r>
              <a:rPr lang="en-US" sz="2600" b="1" dirty="0">
                <a:solidFill>
                  <a:schemeClr val="dk1"/>
                </a:solidFill>
                <a:latin typeface="Calibri"/>
                <a:ea typeface="Microsoft YaHei"/>
              </a:rPr>
              <a:t> </a:t>
            </a:r>
            <a:r>
              <a:rPr lang="en-US" sz="2600" b="1" dirty="0" err="1">
                <a:solidFill>
                  <a:schemeClr val="dk1"/>
                </a:solidFill>
                <a:latin typeface="Calibri"/>
                <a:ea typeface="Microsoft YaHei"/>
              </a:rPr>
              <a:t>requisito</a:t>
            </a:r>
            <a:r>
              <a:rPr lang="en-US" sz="2600" dirty="0">
                <a:solidFill>
                  <a:schemeClr val="dk1"/>
                </a:solidFill>
                <a:latin typeface="Calibri"/>
                <a:ea typeface="Microsoft YaHei"/>
              </a:rPr>
              <a:t>:</a:t>
            </a:r>
            <a:endParaRPr lang="en-US" sz="2600" b="0" u="none" strike="noStrike" dirty="0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864000" lvl="1" indent="-32400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2600" b="0" u="none" strike="noStrike" dirty="0">
                <a:solidFill>
                  <a:schemeClr val="dk1"/>
                </a:solidFill>
                <a:effectLst/>
                <a:uFillTx/>
                <a:latin typeface="Calibri"/>
                <a:ea typeface="Microsoft YaHei"/>
              </a:rPr>
              <a:t>REQ-013: antes 0%, depois ~60%, delta +60</a:t>
            </a:r>
            <a:r>
              <a:rPr lang="en-US" sz="2600" b="0" u="none" strike="noStrike" dirty="0" err="1">
                <a:solidFill>
                  <a:schemeClr val="dk1"/>
                </a:solidFill>
                <a:effectLst/>
                <a:uFillTx/>
                <a:latin typeface="Calibri"/>
                <a:ea typeface="Microsoft YaHei"/>
              </a:rPr>
              <a:t/>
            </a:r>
            <a:r>
              <a:rPr lang="en-US" sz="2600" dirty="0" err="1">
                <a:solidFill>
                  <a:schemeClr val="dk1"/>
                </a:solidFill>
                <a:latin typeface="Calibri"/>
                <a:ea typeface="Microsoft YaHei"/>
              </a:rPr>
              <a:t/>
            </a:r>
            <a:r>
              <a:rPr lang="en-US" sz="2600" b="0" u="none" strike="noStrike" dirty="0" err="1">
                <a:solidFill>
                  <a:schemeClr val="dk1"/>
                </a:solidFill>
                <a:effectLst/>
                <a:uFillTx/>
                <a:latin typeface="Calibri"/>
                <a:ea typeface="Microsoft YaHei"/>
              </a:rPr>
              <a:t/>
            </a:r>
            <a:r>
              <a:rPr lang="en-US" sz="2600" b="0" u="none" strike="noStrike" dirty="0">
                <a:solidFill>
                  <a:schemeClr val="dk1"/>
                </a:solidFill>
                <a:effectLst/>
                <a:uFillTx/>
                <a:latin typeface="Calibri"/>
                <a:ea typeface="Microsoft YaHei"/>
              </a:rPr>
              <a:t/>
            </a:r>
            <a:endParaRPr lang="en-US" sz="2600" b="0" u="none" strike="noStrike" dirty="0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72" name="Imagem 71"/>
          <p:cNvPicPr/>
          <p:nvPr/>
        </p:nvPicPr>
        <p:blipFill>
          <a:blip r:embed="rId2"/>
          <a:stretch/>
        </p:blipFill>
        <p:spPr>
          <a:xfrm>
            <a:off x="720" y="-28800"/>
            <a:ext cx="9142560" cy="16477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3" name="Title 3"/>
          <p:cNvSpPr/>
          <p:nvPr/>
        </p:nvSpPr>
        <p:spPr>
          <a:xfrm>
            <a:off x="915480" y="180000"/>
            <a:ext cx="8228160" cy="1141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4400" b="0" u="none" strike="noStrike">
                <a:solidFill>
                  <a:srgbClr val="EA7500"/>
                </a:solidFill>
                <a:effectLst/>
                <a:uFillTx/>
                <a:latin typeface="Calibri"/>
              </a:rPr>
              <a:t>Realizações da Sprint</a:t>
            </a:r>
            <a:endParaRPr lang="pt-B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71" name="PlaceHolder 1"/>
          <p:cNvSpPr>
            <a:spLocks noGrp="1"/>
          </p:cNvSpPr>
          <p:nvPr>
            <p:ph/>
          </p:nvPr>
        </p:nvSpPr>
        <p:spPr>
          <a:xfrm>
            <a:off x="411120" y="1321560"/>
            <a:ext cx="8228160" cy="4637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 defTabSz="457200">
              <a:lnSpc>
                <a:spcPct val="100000"/>
              </a:lnSpc>
              <a:spcBef>
                <a:spcPts val="641"/>
              </a:spcBef>
              <a:buNone/>
              <a:tabLst>
                <a:tab pos="0" algn="l"/>
              </a:tabLst>
            </a:pPr>
            <a:endParaRPr lang="en-US" sz="3200" b="0" u="none" strike="noStrike" dirty="0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43080" indent="0" algn="l" defTabSz="457200">
              <a:lnSpc>
                <a:spcPct val="100000"/>
              </a:lnSpc>
              <a:spcBef>
                <a:spcPts val="641"/>
              </a:spcBef>
              <a:buNone/>
              <a:tabLst>
                <a:tab pos="0" algn="l"/>
              </a:tabLst>
            </a:pPr>
            <a:r>
              <a:rPr lang="en-US" sz="3200" b="0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/>
            </a:r>
            <a:r>
              <a:rPr lang="en-US" sz="3200" b="0" u="none" strike="noStrike" dirty="0" err="1">
                <a:solidFill>
                  <a:schemeClr val="dk1"/>
                </a:solidFill>
                <a:effectLst/>
                <a:uFillTx/>
                <a:latin typeface="Calibri"/>
              </a:rPr>
              <a:t/>
            </a:r>
            <a:r>
              <a:rPr lang="en-US" sz="3200" b="0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/>
            </a:r>
          </a:p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2600" b="1" u="none" strike="noStrike" dirty="0">
                <a:solidFill>
                  <a:schemeClr val="tx2"/>
                </a:solidFill>
                <a:effectLst/>
                <a:uFillTx/>
                <a:latin typeface="Calibri"/>
              </a:rPr>
              <a:t>Embedding Provider OpenAI com factory pattern</a:t>
            </a:r>
            <a:r>
              <a:rPr lang="en-US" sz="2600" b="1" u="none" strike="noStrike" dirty="0" err="1">
                <a:solidFill>
                  <a:schemeClr val="tx2"/>
                </a:solidFill>
                <a:effectLst/>
                <a:uFillTx/>
                <a:latin typeface="Calibri"/>
              </a:rPr>
              <a:t/>
            </a:r>
            <a:r>
              <a:rPr lang="en-US" sz="2600" b="1" u="none" strike="noStrike" dirty="0">
                <a:solidFill>
                  <a:schemeClr val="tx2"/>
                </a:solidFill>
                <a:effectLst/>
                <a:uFillTx/>
                <a:latin typeface="Calibri"/>
              </a:rPr>
              <a:t/>
            </a:r>
          </a:p>
          <a:p>
            <a:pPr marL="540000"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SzPct val="45000"/>
              <a:tabLst>
                <a:tab pos="0" algn="l"/>
              </a:tabLst>
            </a:pPr>
            <a:r>
              <a:rPr lang="en-US" sz="2600" b="1" u="none" strike="noStrike" dirty="0" err="1">
                <a:solidFill>
                  <a:schemeClr val="dk1"/>
                </a:solidFill>
                <a:effectLst/>
                <a:uFillTx/>
                <a:latin typeface="Calibri"/>
                <a:ea typeface="Microsoft YaHei"/>
              </a:rPr>
              <a:t>Requisitos</a:t>
            </a:r>
            <a:r>
              <a:rPr lang="en-US" sz="2600" b="1" u="none" strike="noStrike" dirty="0">
                <a:solidFill>
                  <a:schemeClr val="dk1"/>
                </a:solidFill>
                <a:effectLst/>
                <a:uFillTx/>
                <a:latin typeface="Calibri"/>
                <a:ea typeface="Microsoft YaHei"/>
              </a:rPr>
              <a:t> </a:t>
            </a:r>
            <a:r>
              <a:rPr lang="en-US" sz="2600" b="1" u="none" strike="noStrike" dirty="0" err="1">
                <a:solidFill>
                  <a:schemeClr val="dk1"/>
                </a:solidFill>
                <a:effectLst/>
                <a:uFillTx/>
                <a:latin typeface="Calibri"/>
                <a:ea typeface="Microsoft YaHei"/>
              </a:rPr>
              <a:t>envolvidos</a:t>
            </a:r>
            <a:r>
              <a:rPr lang="en-US" sz="2600" b="0" u="none" strike="noStrike" dirty="0">
                <a:solidFill>
                  <a:schemeClr val="dk1"/>
                </a:solidFill>
                <a:effectLst/>
                <a:uFillTx/>
                <a:latin typeface="Calibri"/>
                <a:ea typeface="Microsoft YaHei"/>
              </a:rPr>
              <a:t>: REQ-003, REQ-013</a:t>
            </a:r>
            <a:r>
              <a:rPr lang="en-US" sz="2600" b="0" u="none" strike="noStrike" dirty="0" err="1">
                <a:solidFill>
                  <a:schemeClr val="dk1"/>
                </a:solidFill>
                <a:effectLst/>
                <a:uFillTx/>
                <a:latin typeface="Calibri"/>
                <a:ea typeface="Microsoft YaHei"/>
              </a:rPr>
              <a:t/>
            </a:r>
            <a:r>
              <a:rPr lang="en-US" sz="2600" dirty="0" err="1">
                <a:solidFill>
                  <a:schemeClr val="dk1"/>
                </a:solidFill>
                <a:latin typeface="Calibri"/>
                <a:ea typeface="Microsoft YaHei"/>
              </a:rPr>
              <a:t/>
            </a:r>
            <a:r>
              <a:rPr lang="en-US" sz="2600" b="0" u="none" strike="noStrike" dirty="0">
                <a:solidFill>
                  <a:schemeClr val="dk1"/>
                </a:solidFill>
                <a:effectLst/>
                <a:uFillTx/>
                <a:latin typeface="Calibri"/>
                <a:ea typeface="Microsoft YaHei"/>
              </a:rPr>
              <a:t/>
            </a:r>
          </a:p>
          <a:p>
            <a:pPr marL="540000"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SzPct val="45000"/>
              <a:tabLst>
                <a:tab pos="0" algn="l"/>
              </a:tabLst>
            </a:pPr>
            <a:endParaRPr lang="en-US" sz="1100" dirty="0">
              <a:solidFill>
                <a:schemeClr val="dk1"/>
              </a:solidFill>
              <a:latin typeface="Calibri"/>
              <a:ea typeface="Microsoft YaHei"/>
            </a:endParaRPr>
          </a:p>
          <a:p>
            <a:pPr marL="540000"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SzPct val="45000"/>
              <a:tabLst>
                <a:tab pos="0" algn="l"/>
              </a:tabLst>
            </a:pPr>
            <a:r>
              <a:rPr lang="en-US" sz="2600" b="1" dirty="0" err="1">
                <a:solidFill>
                  <a:schemeClr val="dk1"/>
                </a:solidFill>
                <a:latin typeface="Calibri"/>
                <a:ea typeface="Microsoft YaHei"/>
              </a:rPr>
              <a:t>Porcentagem</a:t>
            </a:r>
            <a:r>
              <a:rPr lang="en-US" sz="2600" b="1" dirty="0">
                <a:solidFill>
                  <a:schemeClr val="dk1"/>
                </a:solidFill>
                <a:latin typeface="Calibri"/>
                <a:ea typeface="Microsoft YaHei"/>
              </a:rPr>
              <a:t> de </a:t>
            </a:r>
            <a:r>
              <a:rPr lang="en-US" sz="2600" b="1" dirty="0" err="1">
                <a:solidFill>
                  <a:schemeClr val="dk1"/>
                </a:solidFill>
                <a:latin typeface="Calibri"/>
                <a:ea typeface="Microsoft YaHei"/>
              </a:rPr>
              <a:t>cobertura</a:t>
            </a:r>
            <a:r>
              <a:rPr lang="en-US" sz="2600" b="1" dirty="0">
                <a:solidFill>
                  <a:schemeClr val="dk1"/>
                </a:solidFill>
                <a:latin typeface="Calibri"/>
                <a:ea typeface="Microsoft YaHei"/>
              </a:rPr>
              <a:t> </a:t>
            </a:r>
            <a:r>
              <a:rPr lang="en-US" sz="2600" b="1" dirty="0" err="1">
                <a:solidFill>
                  <a:schemeClr val="dk1"/>
                </a:solidFill>
                <a:latin typeface="Calibri"/>
                <a:ea typeface="Microsoft YaHei"/>
              </a:rPr>
              <a:t>por</a:t>
            </a:r>
            <a:r>
              <a:rPr lang="en-US" sz="2600" b="1" dirty="0">
                <a:solidFill>
                  <a:schemeClr val="dk1"/>
                </a:solidFill>
                <a:latin typeface="Calibri"/>
                <a:ea typeface="Microsoft YaHei"/>
              </a:rPr>
              <a:t> </a:t>
            </a:r>
            <a:r>
              <a:rPr lang="en-US" sz="2600" b="1" dirty="0" err="1">
                <a:solidFill>
                  <a:schemeClr val="dk1"/>
                </a:solidFill>
                <a:latin typeface="Calibri"/>
                <a:ea typeface="Microsoft YaHei"/>
              </a:rPr>
              <a:t>requisito</a:t>
            </a:r>
            <a:r>
              <a:rPr lang="en-US" sz="2600" dirty="0">
                <a:solidFill>
                  <a:schemeClr val="dk1"/>
                </a:solidFill>
                <a:latin typeface="Calibri"/>
                <a:ea typeface="Microsoft YaHei"/>
              </a:rPr>
              <a:t>:</a:t>
            </a:r>
            <a:endParaRPr lang="en-US" sz="2600" b="0" u="none" strike="noStrike" dirty="0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864000" lvl="1" indent="-32400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2600" b="0" u="none" strike="noStrike" dirty="0">
                <a:solidFill>
                  <a:schemeClr val="dk1"/>
                </a:solidFill>
                <a:effectLst/>
                <a:uFillTx/>
                <a:latin typeface="Calibri"/>
                <a:ea typeface="Microsoft YaHei"/>
              </a:rPr>
              <a:t>obs: infra de suporte — habilita REQ-003 e REQ-013; delta atribuído aos itens funcionais acima</a:t>
            </a:r>
            <a:r>
              <a:rPr lang="en-US" sz="2600" b="0" u="none" strike="noStrike" dirty="0" err="1">
                <a:solidFill>
                  <a:schemeClr val="dk1"/>
                </a:solidFill>
                <a:effectLst/>
                <a:uFillTx/>
                <a:latin typeface="Calibri"/>
                <a:ea typeface="Microsoft YaHei"/>
              </a:rPr>
              <a:t/>
            </a:r>
            <a:r>
              <a:rPr lang="en-US" sz="2600" dirty="0" err="1">
                <a:solidFill>
                  <a:schemeClr val="dk1"/>
                </a:solidFill>
                <a:latin typeface="Calibri"/>
                <a:ea typeface="Microsoft YaHei"/>
              </a:rPr>
              <a:t/>
            </a:r>
            <a:r>
              <a:rPr lang="en-US" sz="2600" b="0" u="none" strike="noStrike" dirty="0" err="1">
                <a:solidFill>
                  <a:schemeClr val="dk1"/>
                </a:solidFill>
                <a:effectLst/>
                <a:uFillTx/>
                <a:latin typeface="Calibri"/>
                <a:ea typeface="Microsoft YaHei"/>
              </a:rPr>
              <a:t/>
            </a:r>
            <a:r>
              <a:rPr lang="en-US" sz="2600" b="0" u="none" strike="noStrike" dirty="0">
                <a:solidFill>
                  <a:schemeClr val="dk1"/>
                </a:solidFill>
                <a:effectLst/>
                <a:uFillTx/>
                <a:latin typeface="Calibri"/>
                <a:ea typeface="Microsoft YaHei"/>
              </a:rPr>
              <a:t/>
            </a:r>
            <a:endParaRPr lang="en-US" sz="2600" b="0" u="none" strike="noStrike" dirty="0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72" name="Imagem 71"/>
          <p:cNvPicPr/>
          <p:nvPr/>
        </p:nvPicPr>
        <p:blipFill>
          <a:blip r:embed="rId2"/>
          <a:stretch/>
        </p:blipFill>
        <p:spPr>
          <a:xfrm>
            <a:off x="720" y="-28800"/>
            <a:ext cx="9142560" cy="16477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3" name="Title 3"/>
          <p:cNvSpPr/>
          <p:nvPr/>
        </p:nvSpPr>
        <p:spPr>
          <a:xfrm>
            <a:off x="915480" y="180000"/>
            <a:ext cx="8228160" cy="1141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4400" b="0" u="none" strike="noStrike">
                <a:solidFill>
                  <a:srgbClr val="EA7500"/>
                </a:solidFill>
                <a:effectLst/>
                <a:uFillTx/>
                <a:latin typeface="Calibri"/>
              </a:rPr>
              <a:t>Realizações da Sprint</a:t>
            </a:r>
            <a:endParaRPr lang="pt-B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71" name="PlaceHolder 1"/>
          <p:cNvSpPr>
            <a:spLocks noGrp="1"/>
          </p:cNvSpPr>
          <p:nvPr>
            <p:ph/>
          </p:nvPr>
        </p:nvSpPr>
        <p:spPr>
          <a:xfrm>
            <a:off x="411120" y="1321560"/>
            <a:ext cx="8228160" cy="4637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 defTabSz="457200">
              <a:lnSpc>
                <a:spcPct val="100000"/>
              </a:lnSpc>
              <a:spcBef>
                <a:spcPts val="641"/>
              </a:spcBef>
              <a:buNone/>
              <a:tabLst>
                <a:tab pos="0" algn="l"/>
              </a:tabLst>
            </a:pPr>
            <a:endParaRPr lang="en-US" sz="3200" b="0" u="none" strike="noStrike" dirty="0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43080" indent="0" algn="l" defTabSz="457200">
              <a:lnSpc>
                <a:spcPct val="100000"/>
              </a:lnSpc>
              <a:spcBef>
                <a:spcPts val="641"/>
              </a:spcBef>
              <a:buNone/>
              <a:tabLst>
                <a:tab pos="0" algn="l"/>
              </a:tabLst>
            </a:pPr>
            <a:r>
              <a:rPr lang="en-US" sz="3200" b="0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/>
            </a:r>
            <a:r>
              <a:rPr lang="en-US" sz="3200" b="0" u="none" strike="noStrike" dirty="0" err="1">
                <a:solidFill>
                  <a:schemeClr val="dk1"/>
                </a:solidFill>
                <a:effectLst/>
                <a:uFillTx/>
                <a:latin typeface="Calibri"/>
              </a:rPr>
              <a:t/>
            </a:r>
            <a:r>
              <a:rPr lang="en-US" sz="3200" b="0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/>
            </a:r>
          </a:p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2600" b="1" u="none" strike="noStrike" dirty="0">
                <a:solidFill>
                  <a:schemeClr val="tx2"/>
                </a:solidFill>
                <a:effectLst/>
                <a:uFillTx/>
                <a:latin typeface="Calibri"/>
              </a:rPr>
              <a:t>Configuração dinâmica do RAG via API</a:t>
            </a:r>
            <a:r>
              <a:rPr lang="en-US" sz="2600" b="1" u="none" strike="noStrike" dirty="0" err="1">
                <a:solidFill>
                  <a:schemeClr val="tx2"/>
                </a:solidFill>
                <a:effectLst/>
                <a:uFillTx/>
                <a:latin typeface="Calibri"/>
              </a:rPr>
              <a:t/>
            </a:r>
            <a:r>
              <a:rPr lang="en-US" sz="2600" b="1" u="none" strike="noStrike" dirty="0">
                <a:solidFill>
                  <a:schemeClr val="tx2"/>
                </a:solidFill>
                <a:effectLst/>
                <a:uFillTx/>
                <a:latin typeface="Calibri"/>
              </a:rPr>
              <a:t/>
            </a:r>
          </a:p>
          <a:p>
            <a:pPr marL="540000"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SzPct val="45000"/>
              <a:tabLst>
                <a:tab pos="0" algn="l"/>
              </a:tabLst>
            </a:pPr>
            <a:r>
              <a:rPr lang="en-US" sz="2600" b="1" u="none" strike="noStrike" dirty="0" err="1">
                <a:solidFill>
                  <a:schemeClr val="dk1"/>
                </a:solidFill>
                <a:effectLst/>
                <a:uFillTx/>
                <a:latin typeface="Calibri"/>
                <a:ea typeface="Microsoft YaHei"/>
              </a:rPr>
              <a:t>Requisitos</a:t>
            </a:r>
            <a:r>
              <a:rPr lang="en-US" sz="2600" b="1" u="none" strike="noStrike" dirty="0">
                <a:solidFill>
                  <a:schemeClr val="dk1"/>
                </a:solidFill>
                <a:effectLst/>
                <a:uFillTx/>
                <a:latin typeface="Calibri"/>
                <a:ea typeface="Microsoft YaHei"/>
              </a:rPr>
              <a:t> </a:t>
            </a:r>
            <a:r>
              <a:rPr lang="en-US" sz="2600" b="1" u="none" strike="noStrike" dirty="0" err="1">
                <a:solidFill>
                  <a:schemeClr val="dk1"/>
                </a:solidFill>
                <a:effectLst/>
                <a:uFillTx/>
                <a:latin typeface="Calibri"/>
                <a:ea typeface="Microsoft YaHei"/>
              </a:rPr>
              <a:t>envolvidos</a:t>
            </a:r>
            <a:r>
              <a:rPr lang="en-US" sz="2600" b="0" u="none" strike="noStrike" dirty="0">
                <a:solidFill>
                  <a:schemeClr val="dk1"/>
                </a:solidFill>
                <a:effectLst/>
                <a:uFillTx/>
                <a:latin typeface="Calibri"/>
                <a:ea typeface="Microsoft YaHei"/>
              </a:rPr>
              <a:t>: REQ-014</a:t>
            </a:r>
            <a:r>
              <a:rPr lang="en-US" sz="2600" b="0" u="none" strike="noStrike" dirty="0" err="1">
                <a:solidFill>
                  <a:schemeClr val="dk1"/>
                </a:solidFill>
                <a:effectLst/>
                <a:uFillTx/>
                <a:latin typeface="Calibri"/>
                <a:ea typeface="Microsoft YaHei"/>
              </a:rPr>
              <a:t/>
            </a:r>
            <a:r>
              <a:rPr lang="en-US" sz="2600" dirty="0" err="1">
                <a:solidFill>
                  <a:schemeClr val="dk1"/>
                </a:solidFill>
                <a:latin typeface="Calibri"/>
                <a:ea typeface="Microsoft YaHei"/>
              </a:rPr>
              <a:t/>
            </a:r>
            <a:r>
              <a:rPr lang="en-US" sz="2600" b="0" u="none" strike="noStrike" dirty="0">
                <a:solidFill>
                  <a:schemeClr val="dk1"/>
                </a:solidFill>
                <a:effectLst/>
                <a:uFillTx/>
                <a:latin typeface="Calibri"/>
                <a:ea typeface="Microsoft YaHei"/>
              </a:rPr>
              <a:t/>
            </a:r>
          </a:p>
          <a:p>
            <a:pPr marL="540000"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SzPct val="45000"/>
              <a:tabLst>
                <a:tab pos="0" algn="l"/>
              </a:tabLst>
            </a:pPr>
            <a:endParaRPr lang="en-US" sz="1100" dirty="0">
              <a:solidFill>
                <a:schemeClr val="dk1"/>
              </a:solidFill>
              <a:latin typeface="Calibri"/>
              <a:ea typeface="Microsoft YaHei"/>
            </a:endParaRPr>
          </a:p>
          <a:p>
            <a:pPr marL="540000"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SzPct val="45000"/>
              <a:tabLst>
                <a:tab pos="0" algn="l"/>
              </a:tabLst>
            </a:pPr>
            <a:r>
              <a:rPr lang="en-US" sz="2600" b="1" dirty="0" err="1">
                <a:solidFill>
                  <a:schemeClr val="dk1"/>
                </a:solidFill>
                <a:latin typeface="Calibri"/>
                <a:ea typeface="Microsoft YaHei"/>
              </a:rPr>
              <a:t>Porcentagem</a:t>
            </a:r>
            <a:r>
              <a:rPr lang="en-US" sz="2600" b="1" dirty="0">
                <a:solidFill>
                  <a:schemeClr val="dk1"/>
                </a:solidFill>
                <a:latin typeface="Calibri"/>
                <a:ea typeface="Microsoft YaHei"/>
              </a:rPr>
              <a:t> de </a:t>
            </a:r>
            <a:r>
              <a:rPr lang="en-US" sz="2600" b="1" dirty="0" err="1">
                <a:solidFill>
                  <a:schemeClr val="dk1"/>
                </a:solidFill>
                <a:latin typeface="Calibri"/>
                <a:ea typeface="Microsoft YaHei"/>
              </a:rPr>
              <a:t>cobertura</a:t>
            </a:r>
            <a:r>
              <a:rPr lang="en-US" sz="2600" b="1" dirty="0">
                <a:solidFill>
                  <a:schemeClr val="dk1"/>
                </a:solidFill>
                <a:latin typeface="Calibri"/>
                <a:ea typeface="Microsoft YaHei"/>
              </a:rPr>
              <a:t> </a:t>
            </a:r>
            <a:r>
              <a:rPr lang="en-US" sz="2600" b="1" dirty="0" err="1">
                <a:solidFill>
                  <a:schemeClr val="dk1"/>
                </a:solidFill>
                <a:latin typeface="Calibri"/>
                <a:ea typeface="Microsoft YaHei"/>
              </a:rPr>
              <a:t>por</a:t>
            </a:r>
            <a:r>
              <a:rPr lang="en-US" sz="2600" b="1" dirty="0">
                <a:solidFill>
                  <a:schemeClr val="dk1"/>
                </a:solidFill>
                <a:latin typeface="Calibri"/>
                <a:ea typeface="Microsoft YaHei"/>
              </a:rPr>
              <a:t> </a:t>
            </a:r>
            <a:r>
              <a:rPr lang="en-US" sz="2600" b="1" dirty="0" err="1">
                <a:solidFill>
                  <a:schemeClr val="dk1"/>
                </a:solidFill>
                <a:latin typeface="Calibri"/>
                <a:ea typeface="Microsoft YaHei"/>
              </a:rPr>
              <a:t>requisito</a:t>
            </a:r>
            <a:r>
              <a:rPr lang="en-US" sz="2600" dirty="0">
                <a:solidFill>
                  <a:schemeClr val="dk1"/>
                </a:solidFill>
                <a:latin typeface="Calibri"/>
                <a:ea typeface="Microsoft YaHei"/>
              </a:rPr>
              <a:t>:</a:t>
            </a:r>
            <a:endParaRPr lang="en-US" sz="2600" b="0" u="none" strike="noStrike" dirty="0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864000" lvl="1" indent="-32400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2600" b="0" u="none" strike="noStrike" dirty="0">
                <a:solidFill>
                  <a:schemeClr val="dk1"/>
                </a:solidFill>
                <a:effectLst/>
                <a:uFillTx/>
                <a:latin typeface="Calibri"/>
                <a:ea typeface="Microsoft YaHei"/>
              </a:rPr>
              <a:t>REQ-014: antes 0%, depois ~25%, delta +25</a:t>
            </a:r>
            <a:r>
              <a:rPr lang="en-US" sz="2600" b="0" u="none" strike="noStrike" dirty="0" err="1">
                <a:solidFill>
                  <a:schemeClr val="dk1"/>
                </a:solidFill>
                <a:effectLst/>
                <a:uFillTx/>
                <a:latin typeface="Calibri"/>
                <a:ea typeface="Microsoft YaHei"/>
              </a:rPr>
              <a:t/>
            </a:r>
            <a:r>
              <a:rPr lang="en-US" sz="2600" dirty="0" err="1">
                <a:solidFill>
                  <a:schemeClr val="dk1"/>
                </a:solidFill>
                <a:latin typeface="Calibri"/>
                <a:ea typeface="Microsoft YaHei"/>
              </a:rPr>
              <a:t/>
            </a:r>
            <a:r>
              <a:rPr lang="en-US" sz="2600" b="0" u="none" strike="noStrike" dirty="0" err="1">
                <a:solidFill>
                  <a:schemeClr val="dk1"/>
                </a:solidFill>
                <a:effectLst/>
                <a:uFillTx/>
                <a:latin typeface="Calibri"/>
                <a:ea typeface="Microsoft YaHei"/>
              </a:rPr>
              <a:t/>
            </a:r>
            <a:r>
              <a:rPr lang="en-US" sz="2600" b="0" u="none" strike="noStrike" dirty="0">
                <a:solidFill>
                  <a:schemeClr val="dk1"/>
                </a:solidFill>
                <a:effectLst/>
                <a:uFillTx/>
                <a:latin typeface="Calibri"/>
                <a:ea typeface="Microsoft YaHei"/>
              </a:rPr>
              <a:t/>
            </a:r>
            <a:endParaRPr lang="en-US" sz="2600" b="0" u="none" strike="noStrike" dirty="0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72" name="Imagem 71"/>
          <p:cNvPicPr/>
          <p:nvPr/>
        </p:nvPicPr>
        <p:blipFill>
          <a:blip r:embed="rId2"/>
          <a:stretch/>
        </p:blipFill>
        <p:spPr>
          <a:xfrm>
            <a:off x="720" y="-28800"/>
            <a:ext cx="9142560" cy="16477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3" name="Title 3"/>
          <p:cNvSpPr/>
          <p:nvPr/>
        </p:nvSpPr>
        <p:spPr>
          <a:xfrm>
            <a:off x="915480" y="180000"/>
            <a:ext cx="8228160" cy="1141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4400" b="0" u="none" strike="noStrike">
                <a:solidFill>
                  <a:srgbClr val="EA7500"/>
                </a:solidFill>
                <a:effectLst/>
                <a:uFillTx/>
                <a:latin typeface="Calibri"/>
              </a:rPr>
              <a:t>Realizações da Sprint</a:t>
            </a:r>
            <a:endParaRPr lang="pt-B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71" name="PlaceHolder 1"/>
          <p:cNvSpPr>
            <a:spLocks noGrp="1"/>
          </p:cNvSpPr>
          <p:nvPr>
            <p:ph/>
          </p:nvPr>
        </p:nvSpPr>
        <p:spPr>
          <a:xfrm>
            <a:off x="411120" y="1321560"/>
            <a:ext cx="8228160" cy="4637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 defTabSz="457200">
              <a:lnSpc>
                <a:spcPct val="100000"/>
              </a:lnSpc>
              <a:spcBef>
                <a:spcPts val="641"/>
              </a:spcBef>
              <a:buNone/>
              <a:tabLst>
                <a:tab pos="0" algn="l"/>
              </a:tabLst>
            </a:pPr>
            <a:endParaRPr lang="en-US" sz="3200" b="0" u="none" strike="noStrike" dirty="0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43080" indent="0" algn="l" defTabSz="457200">
              <a:lnSpc>
                <a:spcPct val="100000"/>
              </a:lnSpc>
              <a:spcBef>
                <a:spcPts val="641"/>
              </a:spcBef>
              <a:buNone/>
              <a:tabLst>
                <a:tab pos="0" algn="l"/>
              </a:tabLst>
            </a:pPr>
            <a:r>
              <a:rPr lang="en-US" sz="3200" b="0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/>
            </a:r>
            <a:r>
              <a:rPr lang="en-US" sz="3200" b="0" u="none" strike="noStrike" dirty="0" err="1">
                <a:solidFill>
                  <a:schemeClr val="dk1"/>
                </a:solidFill>
                <a:effectLst/>
                <a:uFillTx/>
                <a:latin typeface="Calibri"/>
              </a:rPr>
              <a:t/>
            </a:r>
            <a:r>
              <a:rPr lang="en-US" sz="3200" b="0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/>
            </a:r>
          </a:p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2600" b="1" u="none" strike="noStrike" dirty="0">
                <a:solidFill>
                  <a:schemeClr val="tx2"/>
                </a:solidFill>
                <a:effectLst/>
                <a:uFillTx/>
                <a:latin typeface="Calibri"/>
              </a:rPr>
              <a:t>Modal de Reprovação com criação de rascunho Q&amp;A</a:t>
            </a:r>
            <a:r>
              <a:rPr lang="en-US" sz="2600" b="1" u="none" strike="noStrike" dirty="0" err="1">
                <a:solidFill>
                  <a:schemeClr val="tx2"/>
                </a:solidFill>
                <a:effectLst/>
                <a:uFillTx/>
                <a:latin typeface="Calibri"/>
              </a:rPr>
              <a:t/>
            </a:r>
            <a:r>
              <a:rPr lang="en-US" sz="2600" b="1" u="none" strike="noStrike" dirty="0">
                <a:solidFill>
                  <a:schemeClr val="tx2"/>
                </a:solidFill>
                <a:effectLst/>
                <a:uFillTx/>
                <a:latin typeface="Calibri"/>
              </a:rPr>
              <a:t/>
            </a:r>
          </a:p>
          <a:p>
            <a:pPr marL="540000"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SzPct val="45000"/>
              <a:tabLst>
                <a:tab pos="0" algn="l"/>
              </a:tabLst>
            </a:pPr>
            <a:r>
              <a:rPr lang="en-US" sz="2600" b="1" u="none" strike="noStrike" dirty="0" err="1">
                <a:solidFill>
                  <a:schemeClr val="dk1"/>
                </a:solidFill>
                <a:effectLst/>
                <a:uFillTx/>
                <a:latin typeface="Calibri"/>
                <a:ea typeface="Microsoft YaHei"/>
              </a:rPr>
              <a:t>Requisitos</a:t>
            </a:r>
            <a:r>
              <a:rPr lang="en-US" sz="2600" b="1" u="none" strike="noStrike" dirty="0">
                <a:solidFill>
                  <a:schemeClr val="dk1"/>
                </a:solidFill>
                <a:effectLst/>
                <a:uFillTx/>
                <a:latin typeface="Calibri"/>
                <a:ea typeface="Microsoft YaHei"/>
              </a:rPr>
              <a:t> </a:t>
            </a:r>
            <a:r>
              <a:rPr lang="en-US" sz="2600" b="1" u="none" strike="noStrike" dirty="0" err="1">
                <a:solidFill>
                  <a:schemeClr val="dk1"/>
                </a:solidFill>
                <a:effectLst/>
                <a:uFillTx/>
                <a:latin typeface="Calibri"/>
                <a:ea typeface="Microsoft YaHei"/>
              </a:rPr>
              <a:t>envolvidos</a:t>
            </a:r>
            <a:r>
              <a:rPr lang="en-US" sz="2600" b="0" u="none" strike="noStrike" dirty="0">
                <a:solidFill>
                  <a:schemeClr val="dk1"/>
                </a:solidFill>
                <a:effectLst/>
                <a:uFillTx/>
                <a:latin typeface="Calibri"/>
                <a:ea typeface="Microsoft YaHei"/>
              </a:rPr>
              <a:t>: REQ-011, REQ-013</a:t>
            </a:r>
            <a:r>
              <a:rPr lang="en-US" sz="2600" b="0" u="none" strike="noStrike" dirty="0" err="1">
                <a:solidFill>
                  <a:schemeClr val="dk1"/>
                </a:solidFill>
                <a:effectLst/>
                <a:uFillTx/>
                <a:latin typeface="Calibri"/>
                <a:ea typeface="Microsoft YaHei"/>
              </a:rPr>
              <a:t/>
            </a:r>
            <a:r>
              <a:rPr lang="en-US" sz="2600" dirty="0" err="1">
                <a:solidFill>
                  <a:schemeClr val="dk1"/>
                </a:solidFill>
                <a:latin typeface="Calibri"/>
                <a:ea typeface="Microsoft YaHei"/>
              </a:rPr>
              <a:t/>
            </a:r>
            <a:r>
              <a:rPr lang="en-US" sz="2600" b="0" u="none" strike="noStrike" dirty="0">
                <a:solidFill>
                  <a:schemeClr val="dk1"/>
                </a:solidFill>
                <a:effectLst/>
                <a:uFillTx/>
                <a:latin typeface="Calibri"/>
                <a:ea typeface="Microsoft YaHei"/>
              </a:rPr>
              <a:t/>
            </a:r>
          </a:p>
          <a:p>
            <a:pPr marL="540000"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SzPct val="45000"/>
              <a:tabLst>
                <a:tab pos="0" algn="l"/>
              </a:tabLst>
            </a:pPr>
            <a:endParaRPr lang="en-US" sz="1100" dirty="0">
              <a:solidFill>
                <a:schemeClr val="dk1"/>
              </a:solidFill>
              <a:latin typeface="Calibri"/>
              <a:ea typeface="Microsoft YaHei"/>
            </a:endParaRPr>
          </a:p>
          <a:p>
            <a:pPr marL="540000"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SzPct val="45000"/>
              <a:tabLst>
                <a:tab pos="0" algn="l"/>
              </a:tabLst>
            </a:pPr>
            <a:r>
              <a:rPr lang="en-US" sz="2600" b="1" dirty="0" err="1">
                <a:solidFill>
                  <a:schemeClr val="dk1"/>
                </a:solidFill>
                <a:latin typeface="Calibri"/>
                <a:ea typeface="Microsoft YaHei"/>
              </a:rPr>
              <a:t>Porcentagem</a:t>
            </a:r>
            <a:r>
              <a:rPr lang="en-US" sz="2600" b="1" dirty="0">
                <a:solidFill>
                  <a:schemeClr val="dk1"/>
                </a:solidFill>
                <a:latin typeface="Calibri"/>
                <a:ea typeface="Microsoft YaHei"/>
              </a:rPr>
              <a:t> de </a:t>
            </a:r>
            <a:r>
              <a:rPr lang="en-US" sz="2600" b="1" dirty="0" err="1">
                <a:solidFill>
                  <a:schemeClr val="dk1"/>
                </a:solidFill>
                <a:latin typeface="Calibri"/>
                <a:ea typeface="Microsoft YaHei"/>
              </a:rPr>
              <a:t>cobertura</a:t>
            </a:r>
            <a:r>
              <a:rPr lang="en-US" sz="2600" b="1" dirty="0">
                <a:solidFill>
                  <a:schemeClr val="dk1"/>
                </a:solidFill>
                <a:latin typeface="Calibri"/>
                <a:ea typeface="Microsoft YaHei"/>
              </a:rPr>
              <a:t> </a:t>
            </a:r>
            <a:r>
              <a:rPr lang="en-US" sz="2600" b="1" dirty="0" err="1">
                <a:solidFill>
                  <a:schemeClr val="dk1"/>
                </a:solidFill>
                <a:latin typeface="Calibri"/>
                <a:ea typeface="Microsoft YaHei"/>
              </a:rPr>
              <a:t>por</a:t>
            </a:r>
            <a:r>
              <a:rPr lang="en-US" sz="2600" b="1" dirty="0">
                <a:solidFill>
                  <a:schemeClr val="dk1"/>
                </a:solidFill>
                <a:latin typeface="Calibri"/>
                <a:ea typeface="Microsoft YaHei"/>
              </a:rPr>
              <a:t> </a:t>
            </a:r>
            <a:r>
              <a:rPr lang="en-US" sz="2600" b="1" dirty="0" err="1">
                <a:solidFill>
                  <a:schemeClr val="dk1"/>
                </a:solidFill>
                <a:latin typeface="Calibri"/>
                <a:ea typeface="Microsoft YaHei"/>
              </a:rPr>
              <a:t>requisito</a:t>
            </a:r>
            <a:r>
              <a:rPr lang="en-US" sz="2600" dirty="0">
                <a:solidFill>
                  <a:schemeClr val="dk1"/>
                </a:solidFill>
                <a:latin typeface="Calibri"/>
                <a:ea typeface="Microsoft YaHei"/>
              </a:rPr>
              <a:t>:</a:t>
            </a:r>
            <a:endParaRPr lang="en-US" sz="2600" b="0" u="none" strike="noStrike" dirty="0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864000" lvl="1" indent="-32400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2600" b="0" u="none" strike="noStrike" dirty="0">
                <a:solidFill>
                  <a:schemeClr val="dk1"/>
                </a:solidFill>
                <a:effectLst/>
                <a:uFillTx/>
                <a:latin typeface="Calibri"/>
                <a:ea typeface="Microsoft YaHei"/>
              </a:rPr>
              <a:t>REQ-011: antes ~10%, depois ~20%, delta +10</a:t>
            </a:r>
            <a:r>
              <a:rPr lang="en-US" sz="2600" b="0" u="none" strike="noStrike" dirty="0" err="1">
                <a:solidFill>
                  <a:schemeClr val="dk1"/>
                </a:solidFill>
                <a:effectLst/>
                <a:uFillTx/>
                <a:latin typeface="Calibri"/>
                <a:ea typeface="Microsoft YaHei"/>
              </a:rPr>
              <a:t/>
            </a:r>
            <a:r>
              <a:rPr lang="en-US" sz="2600" dirty="0" err="1">
                <a:solidFill>
                  <a:schemeClr val="dk1"/>
                </a:solidFill>
                <a:latin typeface="Calibri"/>
                <a:ea typeface="Microsoft YaHei"/>
              </a:rPr>
              <a:t/>
            </a:r>
            <a:r>
              <a:rPr lang="en-US" sz="2600" b="0" u="none" strike="noStrike" dirty="0" err="1">
                <a:solidFill>
                  <a:schemeClr val="dk1"/>
                </a:solidFill>
                <a:effectLst/>
                <a:uFillTx/>
                <a:latin typeface="Calibri"/>
                <a:ea typeface="Microsoft YaHei"/>
              </a:rPr>
              <a:t/>
            </a:r>
            <a:r>
              <a:rPr lang="en-US" sz="2600" b="0" u="none" strike="noStrike" dirty="0">
                <a:solidFill>
                  <a:schemeClr val="dk1"/>
                </a:solidFill>
                <a:effectLst/>
                <a:uFillTx/>
                <a:latin typeface="Calibri"/>
                <a:ea typeface="Microsoft YaHei"/>
              </a:rPr>
              <a:t/>
            </a:r>
            <a:endParaRPr lang="en-US" sz="2600" b="0" u="none" strike="noStrike" dirty="0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864000" lvl="1" indent="-32400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2600" b="0" u="none" strike="noStrike" dirty="0">
                <a:solidFill>
                  <a:schemeClr val="dk1"/>
                </a:solidFill>
                <a:effectLst/>
                <a:uFillTx/>
                <a:latin typeface="Calibri"/>
                <a:ea typeface="Microsoft YaHei"/>
              </a:rPr>
              <a:t>REQ-013: antes ~60%, depois ~70%, delta +10</a:t>
            </a:r>
            <a:r>
              <a:rPr lang="en-US" sz="2600" b="0" u="none" strike="noStrike" dirty="0" err="1">
                <a:solidFill>
                  <a:schemeClr val="dk1"/>
                </a:solidFill>
                <a:effectLst/>
                <a:uFillTx/>
                <a:latin typeface="Calibri"/>
                <a:ea typeface="Microsoft YaHei"/>
              </a:rPr>
              <a:t/>
            </a:r>
            <a:r>
              <a:rPr lang="en-US" sz="2600" dirty="0" err="1">
                <a:solidFill>
                  <a:schemeClr val="dk1"/>
                </a:solidFill>
                <a:latin typeface="Calibri"/>
                <a:ea typeface="Microsoft YaHei"/>
              </a:rPr>
              <a:t/>
            </a:r>
            <a:r>
              <a:rPr lang="en-US" sz="2600" b="0" u="none" strike="noStrike" dirty="0" err="1">
                <a:solidFill>
                  <a:schemeClr val="dk1"/>
                </a:solidFill>
                <a:effectLst/>
                <a:uFillTx/>
                <a:latin typeface="Calibri"/>
                <a:ea typeface="Microsoft YaHei"/>
              </a:rPr>
              <a:t/>
            </a:r>
            <a:r>
              <a:rPr lang="en-US" sz="2600" b="0" u="none" strike="noStrike" dirty="0">
                <a:solidFill>
                  <a:schemeClr val="dk1"/>
                </a:solidFill>
                <a:effectLst/>
                <a:uFillTx/>
                <a:latin typeface="Calibri"/>
                <a:ea typeface="Microsoft YaHei"/>
              </a:rPr>
              <a:t/>
            </a:r>
            <a:endParaRPr lang="en-US" sz="2600" b="0" u="none" strike="noStrike" dirty="0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72" name="Imagem 71"/>
          <p:cNvPicPr/>
          <p:nvPr/>
        </p:nvPicPr>
        <p:blipFill>
          <a:blip r:embed="rId2"/>
          <a:stretch/>
        </p:blipFill>
        <p:spPr>
          <a:xfrm>
            <a:off x="720" y="-28800"/>
            <a:ext cx="9142560" cy="16477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3" name="Title 3"/>
          <p:cNvSpPr/>
          <p:nvPr/>
        </p:nvSpPr>
        <p:spPr>
          <a:xfrm>
            <a:off x="915480" y="180000"/>
            <a:ext cx="8228160" cy="1141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4400" b="0" u="none" strike="noStrike">
                <a:solidFill>
                  <a:srgbClr val="EA7500"/>
                </a:solidFill>
                <a:effectLst/>
                <a:uFillTx/>
                <a:latin typeface="Calibri"/>
              </a:rPr>
              <a:t>Realizações da Sprint</a:t>
            </a:r>
            <a:endParaRPr lang="pt-B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71" name="PlaceHolder 1"/>
          <p:cNvSpPr>
            <a:spLocks noGrp="1"/>
          </p:cNvSpPr>
          <p:nvPr>
            <p:ph/>
          </p:nvPr>
        </p:nvSpPr>
        <p:spPr>
          <a:xfrm>
            <a:off x="411120" y="1321560"/>
            <a:ext cx="8228160" cy="4637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 defTabSz="457200">
              <a:lnSpc>
                <a:spcPct val="100000"/>
              </a:lnSpc>
              <a:spcBef>
                <a:spcPts val="641"/>
              </a:spcBef>
              <a:buNone/>
              <a:tabLst>
                <a:tab pos="0" algn="l"/>
              </a:tabLst>
            </a:pPr>
            <a:endParaRPr lang="en-US" sz="3200" b="0" u="none" strike="noStrike" dirty="0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43080" indent="0" algn="l" defTabSz="457200">
              <a:lnSpc>
                <a:spcPct val="100000"/>
              </a:lnSpc>
              <a:spcBef>
                <a:spcPts val="641"/>
              </a:spcBef>
              <a:buNone/>
              <a:tabLst>
                <a:tab pos="0" algn="l"/>
              </a:tabLst>
            </a:pPr>
            <a:r>
              <a:rPr lang="en-US" sz="3200" b="0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/>
            </a:r>
            <a:r>
              <a:rPr lang="en-US" sz="3200" b="0" u="none" strike="noStrike" dirty="0" err="1">
                <a:solidFill>
                  <a:schemeClr val="dk1"/>
                </a:solidFill>
                <a:effectLst/>
                <a:uFillTx/>
                <a:latin typeface="Calibri"/>
              </a:rPr>
              <a:t/>
            </a:r>
            <a:r>
              <a:rPr lang="en-US" sz="3200" b="0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/>
            </a:r>
          </a:p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2600" b="1" u="none" strike="noStrike" dirty="0">
                <a:solidFill>
                  <a:schemeClr val="tx2"/>
                </a:solidFill>
                <a:effectLst/>
                <a:uFillTx/>
                <a:latin typeface="Calibri"/>
              </a:rPr>
              <a:t>Bug fix — mensagem reprovada permanecia pendente na UI</a:t>
            </a:r>
            <a:r>
              <a:rPr lang="en-US" sz="2600" b="1" u="none" strike="noStrike" dirty="0" err="1">
                <a:solidFill>
                  <a:schemeClr val="tx2"/>
                </a:solidFill>
                <a:effectLst/>
                <a:uFillTx/>
                <a:latin typeface="Calibri"/>
              </a:rPr>
              <a:t/>
            </a:r>
            <a:r>
              <a:rPr lang="en-US" sz="2600" b="1" u="none" strike="noStrike" dirty="0">
                <a:solidFill>
                  <a:schemeClr val="tx2"/>
                </a:solidFill>
                <a:effectLst/>
                <a:uFillTx/>
                <a:latin typeface="Calibri"/>
              </a:rPr>
              <a:t/>
            </a:r>
          </a:p>
          <a:p>
            <a:pPr marL="540000"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SzPct val="45000"/>
              <a:tabLst>
                <a:tab pos="0" algn="l"/>
              </a:tabLst>
            </a:pPr>
            <a:r>
              <a:rPr lang="en-US" sz="2600" b="1" u="none" strike="noStrike" dirty="0" err="1">
                <a:solidFill>
                  <a:schemeClr val="dk1"/>
                </a:solidFill>
                <a:effectLst/>
                <a:uFillTx/>
                <a:latin typeface="Calibri"/>
                <a:ea typeface="Microsoft YaHei"/>
              </a:rPr>
              <a:t>Requisitos</a:t>
            </a:r>
            <a:r>
              <a:rPr lang="en-US" sz="2600" b="1" u="none" strike="noStrike" dirty="0">
                <a:solidFill>
                  <a:schemeClr val="dk1"/>
                </a:solidFill>
                <a:effectLst/>
                <a:uFillTx/>
                <a:latin typeface="Calibri"/>
                <a:ea typeface="Microsoft YaHei"/>
              </a:rPr>
              <a:t> </a:t>
            </a:r>
            <a:r>
              <a:rPr lang="en-US" sz="2600" b="1" u="none" strike="noStrike" dirty="0" err="1">
                <a:solidFill>
                  <a:schemeClr val="dk1"/>
                </a:solidFill>
                <a:effectLst/>
                <a:uFillTx/>
                <a:latin typeface="Calibri"/>
                <a:ea typeface="Microsoft YaHei"/>
              </a:rPr>
              <a:t>envolvidos</a:t>
            </a:r>
            <a:r>
              <a:rPr lang="en-US" sz="2600" b="0" u="none" strike="noStrike" dirty="0">
                <a:solidFill>
                  <a:schemeClr val="dk1"/>
                </a:solidFill>
                <a:effectLst/>
                <a:uFillTx/>
                <a:latin typeface="Calibri"/>
                <a:ea typeface="Microsoft YaHei"/>
              </a:rPr>
              <a:t>: REQ-011</a:t>
            </a:r>
            <a:r>
              <a:rPr lang="en-US" sz="2600" b="0" u="none" strike="noStrike" dirty="0" err="1">
                <a:solidFill>
                  <a:schemeClr val="dk1"/>
                </a:solidFill>
                <a:effectLst/>
                <a:uFillTx/>
                <a:latin typeface="Calibri"/>
                <a:ea typeface="Microsoft YaHei"/>
              </a:rPr>
              <a:t/>
            </a:r>
            <a:r>
              <a:rPr lang="en-US" sz="2600" dirty="0" err="1">
                <a:solidFill>
                  <a:schemeClr val="dk1"/>
                </a:solidFill>
                <a:latin typeface="Calibri"/>
                <a:ea typeface="Microsoft YaHei"/>
              </a:rPr>
              <a:t/>
            </a:r>
            <a:r>
              <a:rPr lang="en-US" sz="2600" b="0" u="none" strike="noStrike" dirty="0">
                <a:solidFill>
                  <a:schemeClr val="dk1"/>
                </a:solidFill>
                <a:effectLst/>
                <a:uFillTx/>
                <a:latin typeface="Calibri"/>
                <a:ea typeface="Microsoft YaHei"/>
              </a:rPr>
              <a:t/>
            </a:r>
          </a:p>
          <a:p>
            <a:pPr marL="540000"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SzPct val="45000"/>
              <a:tabLst>
                <a:tab pos="0" algn="l"/>
              </a:tabLst>
            </a:pPr>
            <a:endParaRPr lang="en-US" sz="1100" dirty="0">
              <a:solidFill>
                <a:schemeClr val="dk1"/>
              </a:solidFill>
              <a:latin typeface="Calibri"/>
              <a:ea typeface="Microsoft YaHei"/>
            </a:endParaRPr>
          </a:p>
          <a:p>
            <a:pPr marL="540000"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SzPct val="45000"/>
              <a:tabLst>
                <a:tab pos="0" algn="l"/>
              </a:tabLst>
            </a:pPr>
            <a:r>
              <a:rPr lang="en-US" sz="2600" b="1" dirty="0" err="1">
                <a:solidFill>
                  <a:schemeClr val="dk1"/>
                </a:solidFill>
                <a:latin typeface="Calibri"/>
                <a:ea typeface="Microsoft YaHei"/>
              </a:rPr>
              <a:t>Porcentagem</a:t>
            </a:r>
            <a:r>
              <a:rPr lang="en-US" sz="2600" b="1" dirty="0">
                <a:solidFill>
                  <a:schemeClr val="dk1"/>
                </a:solidFill>
                <a:latin typeface="Calibri"/>
                <a:ea typeface="Microsoft YaHei"/>
              </a:rPr>
              <a:t> de </a:t>
            </a:r>
            <a:r>
              <a:rPr lang="en-US" sz="2600" b="1" dirty="0" err="1">
                <a:solidFill>
                  <a:schemeClr val="dk1"/>
                </a:solidFill>
                <a:latin typeface="Calibri"/>
                <a:ea typeface="Microsoft YaHei"/>
              </a:rPr>
              <a:t>cobertura</a:t>
            </a:r>
            <a:r>
              <a:rPr lang="en-US" sz="2600" b="1" dirty="0">
                <a:solidFill>
                  <a:schemeClr val="dk1"/>
                </a:solidFill>
                <a:latin typeface="Calibri"/>
                <a:ea typeface="Microsoft YaHei"/>
              </a:rPr>
              <a:t> </a:t>
            </a:r>
            <a:r>
              <a:rPr lang="en-US" sz="2600" b="1" dirty="0" err="1">
                <a:solidFill>
                  <a:schemeClr val="dk1"/>
                </a:solidFill>
                <a:latin typeface="Calibri"/>
                <a:ea typeface="Microsoft YaHei"/>
              </a:rPr>
              <a:t>por</a:t>
            </a:r>
            <a:r>
              <a:rPr lang="en-US" sz="2600" b="1" dirty="0">
                <a:solidFill>
                  <a:schemeClr val="dk1"/>
                </a:solidFill>
                <a:latin typeface="Calibri"/>
                <a:ea typeface="Microsoft YaHei"/>
              </a:rPr>
              <a:t> </a:t>
            </a:r>
            <a:r>
              <a:rPr lang="en-US" sz="2600" b="1" dirty="0" err="1">
                <a:solidFill>
                  <a:schemeClr val="dk1"/>
                </a:solidFill>
                <a:latin typeface="Calibri"/>
                <a:ea typeface="Microsoft YaHei"/>
              </a:rPr>
              <a:t>requisito</a:t>
            </a:r>
            <a:r>
              <a:rPr lang="en-US" sz="2600" dirty="0">
                <a:solidFill>
                  <a:schemeClr val="dk1"/>
                </a:solidFill>
                <a:latin typeface="Calibri"/>
                <a:ea typeface="Microsoft YaHei"/>
              </a:rPr>
              <a:t>:</a:t>
            </a:r>
            <a:endParaRPr lang="en-US" sz="2600" b="0" u="none" strike="noStrike" dirty="0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864000" lvl="1" indent="-32400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2600" b="0" u="none" strike="noStrike" dirty="0">
                <a:solidFill>
                  <a:schemeClr val="dk1"/>
                </a:solidFill>
                <a:effectLst/>
                <a:uFillTx/>
                <a:latin typeface="Calibri"/>
                <a:ea typeface="Microsoft YaHei"/>
              </a:rPr>
              <a:t>REQ-011: antes ~20%, depois ~25%, delta +5</a:t>
            </a:r>
            <a:r>
              <a:rPr lang="en-US" sz="2600" b="0" u="none" strike="noStrike" dirty="0" err="1">
                <a:solidFill>
                  <a:schemeClr val="dk1"/>
                </a:solidFill>
                <a:effectLst/>
                <a:uFillTx/>
                <a:latin typeface="Calibri"/>
                <a:ea typeface="Microsoft YaHei"/>
              </a:rPr>
              <a:t/>
            </a:r>
            <a:r>
              <a:rPr lang="en-US" sz="2600" dirty="0" err="1">
                <a:solidFill>
                  <a:schemeClr val="dk1"/>
                </a:solidFill>
                <a:latin typeface="Calibri"/>
                <a:ea typeface="Microsoft YaHei"/>
              </a:rPr>
              <a:t/>
            </a:r>
            <a:r>
              <a:rPr lang="en-US" sz="2600" b="0" u="none" strike="noStrike" dirty="0" err="1">
                <a:solidFill>
                  <a:schemeClr val="dk1"/>
                </a:solidFill>
                <a:effectLst/>
                <a:uFillTx/>
                <a:latin typeface="Calibri"/>
                <a:ea typeface="Microsoft YaHei"/>
              </a:rPr>
              <a:t/>
            </a:r>
            <a:r>
              <a:rPr lang="en-US" sz="2600" b="0" u="none" strike="noStrike" dirty="0">
                <a:solidFill>
                  <a:schemeClr val="dk1"/>
                </a:solidFill>
                <a:effectLst/>
                <a:uFillTx/>
                <a:latin typeface="Calibri"/>
                <a:ea typeface="Microsoft YaHei"/>
              </a:rPr>
              <a:t/>
            </a:r>
            <a:endParaRPr lang="en-US" sz="2600" b="0" u="none" strike="noStrike" dirty="0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72" name="Imagem 71"/>
          <p:cNvPicPr/>
          <p:nvPr/>
        </p:nvPicPr>
        <p:blipFill>
          <a:blip r:embed="rId2"/>
          <a:stretch/>
        </p:blipFill>
        <p:spPr>
          <a:xfrm>
            <a:off x="720" y="-28800"/>
            <a:ext cx="9142560" cy="16477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3" name="Title 3"/>
          <p:cNvSpPr/>
          <p:nvPr/>
        </p:nvSpPr>
        <p:spPr>
          <a:xfrm>
            <a:off x="915480" y="180000"/>
            <a:ext cx="8228160" cy="1141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4400" b="0" u="none" strike="noStrike">
                <a:solidFill>
                  <a:srgbClr val="EA7500"/>
                </a:solidFill>
                <a:effectLst/>
                <a:uFillTx/>
                <a:latin typeface="Calibri"/>
              </a:rPr>
              <a:t>Realizações da Sprint</a:t>
            </a:r>
            <a:endParaRPr lang="pt-B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4480</TotalTime>
  <Words>391</Words>
  <Application>Microsoft Office PowerPoint</Application>
  <PresentationFormat>Apresentação na tela (4:3)</PresentationFormat>
  <Paragraphs>56</Paragraphs>
  <Slides>11</Slides>
  <Notes>0</Notes>
  <HiddenSlides>0</HiddenSlides>
  <MMClips>0</MMClips>
  <ScaleCrop>false</ScaleCrop>
  <HeadingPairs>
    <vt:vector size="6" baseType="variant">
      <vt:variant>
        <vt:lpstr>Fontes usadas</vt:lpstr>
      </vt:variant>
      <vt:variant>
        <vt:i4>5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11</vt:i4>
      </vt:variant>
    </vt:vector>
  </HeadingPairs>
  <TitlesOfParts>
    <vt:vector size="17" baseType="lpstr">
      <vt:lpstr>Arial</vt:lpstr>
      <vt:lpstr>Calibri</vt:lpstr>
      <vt:lpstr>Symbol</vt:lpstr>
      <vt:lpstr>Times New Roman</vt:lpstr>
      <vt:lpstr>Wingdings</vt:lpstr>
      <vt:lpstr>Office Theme</vt:lpstr>
      <vt:lpstr>Sprint Review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Próximo Sprint</vt:lpstr>
      <vt:lpstr>Apresentação do PowerPoint</vt:lpstr>
      <vt:lpstr>Apresentação do PowerPoint</vt:lpstr>
      <vt:lpstr>Apresentação do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dc:description>generated using python-pptx</dc:description>
  <cp:lastModifiedBy>Maria Cristina Sbrocco Figueiredo</cp:lastModifiedBy>
  <cp:revision>65</cp:revision>
  <dcterms:created xsi:type="dcterms:W3CDTF">2013-01-27T09:14:16Z</dcterms:created>
  <dcterms:modified xsi:type="dcterms:W3CDTF">2026-05-26T18:53:09Z</dcterms:modified>
  <dc:language>pt-BR</dc:languag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</Properties>
</file>