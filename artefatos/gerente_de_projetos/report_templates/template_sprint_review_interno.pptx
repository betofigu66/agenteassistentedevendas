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B7A5142-31BB-49EC-AAA7-3346BFC3A7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C84D38D-BCB8-4780-A7C9-DCDD4F99D2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18AB68-CB0F-4F42-A469-FC53B7EBE6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5434C64-A4E5-4E8F-899D-DAB7305740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D45A7FA-0BA9-45FA-8E73-BB2151AA18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9D8B24-0F54-4ACA-A15F-ACA4DAEB66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F4C3921-8FF7-45A9-AB77-95B12FFBC9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407FD2B-2D84-4D7C-9CB3-98EAA734F7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BA5061C-1421-48F7-B415-CE6A82B775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5229EA1-40D4-4C97-BAF5-305353E642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C6E4A9-E911-4567-A0FD-350978F401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DA3C00C-0118-442C-A3B5-7916CE484E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399360" cy="277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Agente de vendas Inforrel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{{sprint_numero}}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{{data_inicio}} - {{data_fim}}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{{duracao_dias}}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{{objetivos}}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itle 2"/>
          <p:cNvSpPr/>
          <p:nvPr/>
        </p:nvSpPr>
        <p:spPr>
          <a:xfrm>
            <a:off x="91512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8160" cy="505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{{SLIDE:feito}}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{{feito_titulo}}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{{feito_agente}}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{{feito_descricao}}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160" cy="271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{{bloqueios}}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itle 4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Bloqueios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542080" cy="525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Artefatos criados: {{metricas.artefatos_criados}}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Pendências resolvidas: {{metricas.pendencias_resolvidas}}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pendências: {{metricas.pendencias_novas}}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Bugs corrigidos: {{metricas.bugs_corrigidos}}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de Reports: {{metricas.reports_total}}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Reports resolvidos: {{metricas.reports_resolvidos}}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diretrizes criadas: {{metricas.diretrizes_novas}}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Pares de Q&amp;A criados: {{metricas.passos_qa_pairs_concluidos}}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Requisitos atendidos: {{metricas.cobertura_req_atendidos}}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itle 5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Métricas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415080" y="1080000"/>
            <a:ext cx="8228160" cy="289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{{insights}}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itle 6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Insights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Próximo Sprint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399360" cy="277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{{proximo_sprint_numero}}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{{proximo_data_inicio}} - {{proximo_data_fim}}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{{proximo_duracao_dias}}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itle 1"/>
          <p:cNvSpPr/>
          <p:nvPr/>
        </p:nvSpPr>
        <p:spPr>
          <a:xfrm>
            <a:off x="915120" y="18036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799920" y="1980000"/>
            <a:ext cx="6399360" cy="277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{{proximasprint}}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itle 12"/>
          <p:cNvSpPr/>
          <p:nvPr/>
        </p:nvSpPr>
        <p:spPr>
          <a:xfrm>
            <a:off x="915120" y="18036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{{proximo_objetivos}}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itle 10"/>
          <p:cNvSpPr/>
          <p:nvPr/>
        </p:nvSpPr>
        <p:spPr>
          <a:xfrm>
            <a:off x="91512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160" cy="343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{{backlogpendente}}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560" cy="164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1"/>
          <p:cNvSpPr/>
          <p:nvPr/>
        </p:nvSpPr>
        <p:spPr>
          <a:xfrm>
            <a:off x="915480" y="180000"/>
            <a:ext cx="822816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Backlog pendente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2815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2026-05-15T07:55:53Z</dcterms:modified>
  <cp:revision>41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