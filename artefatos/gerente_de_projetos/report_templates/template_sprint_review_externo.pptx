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293F19-0B91-4733-8656-6674CB635B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9054ED-8B63-420C-865C-F3CB183073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B02075-AC11-4035-AC4F-33532811C0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0D619A-80C4-4AC3-93B7-BB4217EE40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4A68E5-66DF-4BA9-B880-5849D8C341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14863D-4BF4-4035-BA14-97E15BE951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102349-357A-4BD5-A52E-91E9349D2A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42F84B-8DDF-4F62-8F73-BD5F84605C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DE602B-C6DE-4276-9F78-6E99C7E00F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A26286-F4F9-4D16-84E6-133C8660F6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636DC1-DC76-4AC7-B59F-A1EEF69DD2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09E4C9-8787-4611-A1C1-CF68C1099F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000" cy="27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{{sprint_numero}}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{{data_inicio}} - {{data_fim}}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7800" cy="505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{{feito.titulo}}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7800" cy="271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{{bloqueios}}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4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Bloqueios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541720" cy="525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Artefatos criados: {{metricas.artefatos_criados}}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Pendências resolvidas: {{metricas.pendencias_resolvidas}}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pendências: {{metricas.pendencias_novas}}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corrigidos: {{metricas.bugs_corrigidos}}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Reports: {{metricas.reports_total}}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Reports resolvidos: {{metricas.reports_resolvidos}}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diretrizes criadas: {{metricas.diretrizes_novas}}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Pares de Q&amp;A criados: {{metricas.passos_qa_pairs_concluidos}}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Requisitos atendidos: {{metricas.cobertura_req_atendidos}}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itle 5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15080" y="1080000"/>
            <a:ext cx="8227800" cy="289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{{insights}}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itle 6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Insights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000" cy="27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{{proximo_sprint_numero}}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{{proximo_data_inicio}} - {{proximo_data_fim}}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915120" y="18036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360000" y="1727280"/>
            <a:ext cx="8460000" cy="493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{{proximasprint}}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2"/>
          <p:cNvSpPr/>
          <p:nvPr/>
        </p:nvSpPr>
        <p:spPr>
          <a:xfrm>
            <a:off x="915120" y="18036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{{proximo_objetivos}}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0"/>
          <p:cNvSpPr/>
          <p:nvPr/>
        </p:nvSpPr>
        <p:spPr>
          <a:xfrm>
            <a:off x="91512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227800" cy="34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{{backlogpendente:7}}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2026-05-15T16:13:03Z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