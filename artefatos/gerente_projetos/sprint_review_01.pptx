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736388D-2256-4434-A1AE-B93CAC257D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84D093B-67A7-454E-BD2D-AF6F6C88C9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9D54B98-2025-490A-940B-23CB469435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2886C30-AC7A-4861-9C8F-CE063BAB6A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E4D4EE9-FCFD-46A9-94FF-3606626740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2C50934-CD3C-484A-A3F6-95F4BD97D1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08CA58D-BC72-4D07-85E4-525AEA696D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1558944-3F09-4148-A8F4-FB43ED65B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B051F80-A7BE-4975-94BF-333D4A2FF0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E690754-2F94-44AD-9560-2A4F81D018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333585C-EED6-4D01-88B9-C3E6CACF7F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Sprint Review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080" cy="1751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Agente de vendas Inforrel 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• Sprint 1 • 12-23/04/2026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tretch/>
        </p:blipFill>
        <p:spPr>
          <a:xfrm>
            <a:off x="0" y="-28800"/>
            <a:ext cx="9143280" cy="1648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Definir os requisitos funcionais e não funcionais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Validar a base técnica </a:t>
            </a: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(PostgreSQL + Alembic + Docker + FastAPI + React + TailwindCSS + LLM_PROVIDER groq + LLM_MODEL=llama-3.1-8b-instant)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Implementar interface para testes de interação com o assistente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Implementar fluxo de qualidade para processamento de mensagens (triagem de reports).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" name=""/>
          <p:cNvPicPr/>
          <p:nvPr/>
        </p:nvPicPr>
        <p:blipFill>
          <a:blip r:embed="rId1"/>
          <a:stretch/>
        </p:blipFill>
        <p:spPr>
          <a:xfrm>
            <a:off x="360" y="-28800"/>
            <a:ext cx="9143280" cy="164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itle 2"/>
          <p:cNvSpPr/>
          <p:nvPr/>
        </p:nvSpPr>
        <p:spPr>
          <a:xfrm>
            <a:off x="915120" y="1800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/>
          </p:nvPr>
        </p:nvSpPr>
        <p:spPr>
          <a:xfrm>
            <a:off x="457200" y="1600200"/>
            <a:ext cx="8228880" cy="271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Levantamento dos requisitos (Kika)</a:t>
            </a:r>
            <a:endParaRPr lang="en-US" sz="26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Criação e modelagem parcial do Banco de dados (Beto): </a:t>
            </a:r>
            <a:endParaRPr lang="en-US" sz="26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Testes SQLite; </a:t>
            </a: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Migração SQLite → PostgreSQL + Sistema de Migrations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Tela de simulação de iteração dos clientes (Beto)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Consulta de CNPJ (Beto) (REQ-001)</a:t>
            </a:r>
            <a:endParaRPr lang="en-US" sz="26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Workflow de Triagem de Reports de Problema (Beto)</a:t>
            </a:r>
            <a:endParaRPr lang="en-US" sz="26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3280" cy="164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itle 4"/>
          <p:cNvSpPr/>
          <p:nvPr/>
        </p:nvSpPr>
        <p:spPr>
          <a:xfrm>
            <a:off x="915480" y="1800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Entregas Realizadas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/>
          </p:nvPr>
        </p:nvSpPr>
        <p:spPr>
          <a:xfrm rot="5400">
            <a:off x="407160" y="1449360"/>
            <a:ext cx="8228880" cy="503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Colocar para rodar o back e o front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Iniciar uma nova conversa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Fornecer um nome e um CNPJ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Mostrar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Empresa identificada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Nome do contato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Informação do processamento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Selecionar o 19991931173 e mostrar o report de problema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Mostrar aba “Triagem de Reports”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3280" cy="164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itle 5"/>
          <p:cNvSpPr/>
          <p:nvPr/>
        </p:nvSpPr>
        <p:spPr>
          <a:xfrm>
            <a:off x="915480" y="1800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Demonstração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457200" y="1600200"/>
            <a:ext cx="8002440" cy="325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Cadastro</a:t>
            </a: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de tipos de produtos e produtos (REQ-002)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Escalonamento para humano completo (REQ-004)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 de conhecimento RAG (REQ-003) - Respostas automáticas FAQ com catálogos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Análise de sentimento e detecção de mal humor (REQ-007) - Classificação de conversas críticas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Melhorar fluxo de correção de problemas - Ações a partir de reports de triagem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3" name=""/>
          <p:cNvPicPr/>
          <p:nvPr/>
        </p:nvPicPr>
        <p:blipFill>
          <a:blip r:embed="rId1"/>
          <a:stretch/>
        </p:blipFill>
        <p:spPr>
          <a:xfrm>
            <a:off x="720" y="-28800"/>
            <a:ext cx="9143280" cy="164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itle 9"/>
          <p:cNvSpPr/>
          <p:nvPr/>
        </p:nvSpPr>
        <p:spPr>
          <a:xfrm>
            <a:off x="915480" y="1800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Próximos Passos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726</TotalTime>
  <Application>LibreOffice/26.2.2.2$Windows_X86_64 LibreOffice_project/1f77d10d6938fd34972958f64b2bcfa54f8b1ba5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2026-04-23T15:19:58Z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