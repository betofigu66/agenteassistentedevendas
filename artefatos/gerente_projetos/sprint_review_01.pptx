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BDED26-06BF-42E2-8B2E-E92B64C9D8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DF0F1BA-E6C7-4D26-8916-50836FADC9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F7F8199-37AD-4D08-9645-81DFA9D4C4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237881B-0DC4-4443-BF85-90CDA4936D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63BEFA-7600-46EB-A34E-3E19458548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28DFF-D385-4B5D-B50B-FC77A77F52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D7BD86C-136D-437B-A823-FAB5D00C92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CA156AA-30F7-411D-8A5C-68CA6647B3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4F1DE8-3EC6-454E-8BF4-CB46052B4A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2C9F0B1-83B9-409B-B022-97BA6E506C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47CD37-F3C5-4F28-A3EA-0E2FEAEA15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• Sprint 1 • 12-23/04/2026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Definir os requisitos funcionais e não funcionais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Validar a base técnica 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(PostgreSQL + Alembic + Docker + FastAPI + React + TailwindCSS + LLM_PROVIDER groq + LLM_MODEL=llama-3.1-8b-instant)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Implementar interface para testes de interação com o assistente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Implementar fluxo de qualidade para processamento de mensagens (triagem de reports).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itle 2"/>
          <p:cNvSpPr/>
          <p:nvPr/>
        </p:nvSpPr>
        <p:spPr>
          <a:xfrm>
            <a:off x="91512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71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Levantamento dos requisitos (Kika)</a:t>
            </a:r>
            <a:endParaRPr lang="en-US" sz="26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Criação e modelagem parcial do Banco de dados (Beto): </a:t>
            </a:r>
            <a:endParaRPr lang="en-US" sz="26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Testes SQLite; 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Migração SQLite → PostgreSQL + Sistema de Migrations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Tela de simulação de iteração dos clientes (Beto)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Consulta de CNPJ (Beto) (REQ-001)</a:t>
            </a:r>
            <a:endParaRPr lang="en-US" sz="26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Workflow de Triagem de Reports de Problema (Beto)</a:t>
            </a:r>
            <a:endParaRPr lang="en-US" sz="26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itle 4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Entregas Realizadas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 rot="5400">
            <a:off x="407160" y="1449360"/>
            <a:ext cx="8228880" cy="503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Colocar para rodar o back e o front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Iniciar uma nova conversa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Fornecer um nome e um CNPJ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Mostrar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Empresa identificada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Nome do contato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Informação do processamento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Selecionar o 19991931173 e mostrar o report de problema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itle 5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Demonstração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002440" cy="325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Cadastro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 tipos de produtos e produtos (REQ-002)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Escalonamento para humano completo (REQ-004)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 de conhecimento RAG (REQ-003) - Respostas automáticas FAQ com catálogos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Análise de sentimento e detecção de mal humor (REQ-007) - Classificação de conversas críticas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Melhorar fluxo de correção de problemas - Ações a partir de reports de triagem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Página cockpit de acompanhamento de conversas - Visualização operacional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itle 9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Próximos Passos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2026-04-22T15:38:10Z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