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ECD88B-174E-474E-840B-0B8C0462A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6C2BC9-9FC3-45E8-8F57-53684CD1BE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73C6B6-6C44-4495-860E-18D56FAF10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81C088-63F4-4754-B995-E8CDE8336C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4C0D66-449B-44BC-A3C3-957B4D9B85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15BD07-D224-4FB2-9DD7-565F58596D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3376B2-93A9-4BA6-A2B2-355C674E20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06E864-2247-4A6C-9C77-E943F221A6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D72683-A653-47AD-8FF4-EF855C1B5E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3E2B51-8508-4777-97C4-244CCFEE65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BF1C75-A97C-41AB-A98B-4B19269A5F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• Sprint 1 • 12-23/04/2026</a:t>
            </a:r>
            <a:endParaRPr lang="pt-BR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Definir os requisitos funcionais e não funcionais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Validar a base técnica 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(PostgreSQL + Alembic + Docker + FastAPI + React + TailwindCSS + LLM_PROVIDER groq + 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LLM_MODEL=llama-3.1-8b-instant)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Implementar interface para testes de interação com o assistente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Implementar fluxo de qualidade para processamento de mensagens (triagem de reports).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itle 2"/>
          <p:cNvSpPr txBox="1"/>
          <p:nvPr/>
        </p:nvSpPr>
        <p:spPr>
          <a:xfrm>
            <a:off x="91512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343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de histórias planejadas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concluídas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 da equipe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Principais entregas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itle 3"/>
          <p:cNvSpPr txBox="1"/>
          <p:nvPr/>
        </p:nvSpPr>
        <p:spPr>
          <a:xfrm>
            <a:off x="91548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Resumo Geral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71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Funcionalidade 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Funcionalidade B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Melhoria C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itle 4"/>
          <p:cNvSpPr txBox="1"/>
          <p:nvPr/>
        </p:nvSpPr>
        <p:spPr>
          <a:xfrm>
            <a:off x="91548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Entregas Realizadas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53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Links ou prints do sistema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Fluxo principal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Pontos de destaque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itle 5"/>
          <p:cNvSpPr txBox="1"/>
          <p:nvPr/>
        </p:nvSpPr>
        <p:spPr>
          <a:xfrm>
            <a:off x="91548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Demonstração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89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Lead time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Cycle time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Bugs encontrados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Cobertura de testes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itle 6"/>
          <p:cNvSpPr txBox="1"/>
          <p:nvPr/>
        </p:nvSpPr>
        <p:spPr>
          <a:xfrm>
            <a:off x="91548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Métricas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71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Bloqueio 1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Bloqueio 2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Impactos no prazo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itle 7"/>
          <p:cNvSpPr txBox="1"/>
          <p:nvPr/>
        </p:nvSpPr>
        <p:spPr>
          <a:xfrm>
            <a:off x="91548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Problemas / Impedimentos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89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que funcionou bem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que pode melhorar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Ações para próxima sprint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itle 8"/>
          <p:cNvSpPr txBox="1"/>
          <p:nvPr/>
        </p:nvSpPr>
        <p:spPr>
          <a:xfrm>
            <a:off x="91548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Lições Aprendidas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002800" cy="325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Itens prioritários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Planejamento inicial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Riscos previstos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640" cy="164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itle 9"/>
          <p:cNvSpPr txBox="1"/>
          <p:nvPr/>
        </p:nvSpPr>
        <p:spPr>
          <a:xfrm>
            <a:off x="915480" y="180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Próximos Passos</a:t>
            </a:r>
            <a:endParaRPr lang="en-US" sz="4400" b="0" u="none" strike="noStrike">
              <a:solidFill>
                <a:srgbClr val="EA75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2026-04-22T12:42:39Z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